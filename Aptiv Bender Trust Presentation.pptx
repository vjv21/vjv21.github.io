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0" r:id="rId4"/>
    <p:sldMasterId id="214748370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5143500" cx="9144000"/>
  <p:notesSz cx="6858000" cy="9144000"/>
  <p:embeddedFontLst>
    <p:embeddedFont>
      <p:font typeface="Raleway"/>
      <p:regular r:id="rId19"/>
      <p:bold r:id="rId20"/>
      <p:italic r:id="rId21"/>
      <p:boldItalic r:id="rId22"/>
    </p:embeddedFont>
    <p:embeddedFont>
      <p:font typeface="Red Hat Display SemiBold"/>
      <p:regular r:id="rId23"/>
      <p:bold r:id="rId24"/>
      <p:italic r:id="rId25"/>
      <p:boldItalic r:id="rId26"/>
    </p:embeddedFont>
    <p:embeddedFont>
      <p:font typeface="Lato"/>
      <p:regular r:id="rId27"/>
      <p:bold r:id="rId28"/>
      <p:italic r:id="rId29"/>
      <p:boldItalic r:id="rId30"/>
    </p:embeddedFont>
    <p:embeddedFont>
      <p:font typeface="Red Hat Display Medium"/>
      <p:regular r:id="rId31"/>
      <p:bold r:id="rId32"/>
      <p:italic r:id="rId33"/>
      <p:boldItalic r:id="rId34"/>
    </p:embeddedFont>
    <p:embeddedFont>
      <p:font typeface="Red Hat Display"/>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aleway-bold.fntdata"/><Relationship Id="rId22" Type="http://schemas.openxmlformats.org/officeDocument/2006/relationships/font" Target="fonts/Raleway-boldItalic.fntdata"/><Relationship Id="rId21" Type="http://schemas.openxmlformats.org/officeDocument/2006/relationships/font" Target="fonts/Raleway-italic.fntdata"/><Relationship Id="rId24" Type="http://schemas.openxmlformats.org/officeDocument/2006/relationships/font" Target="fonts/RedHatDisplaySemiBold-bold.fntdata"/><Relationship Id="rId23" Type="http://schemas.openxmlformats.org/officeDocument/2006/relationships/font" Target="fonts/RedHatDisplaySemiBold-regular.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RedHatDisplaySemiBold-boldItalic.fntdata"/><Relationship Id="rId25" Type="http://schemas.openxmlformats.org/officeDocument/2006/relationships/font" Target="fonts/RedHatDisplaySemiBold-italic.fntdata"/><Relationship Id="rId28" Type="http://schemas.openxmlformats.org/officeDocument/2006/relationships/font" Target="fonts/Lato-bold.fntdata"/><Relationship Id="rId27" Type="http://schemas.openxmlformats.org/officeDocument/2006/relationships/font" Target="fonts/Lato-regular.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Lato-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RedHatDisplayMedium-regular.fntdata"/><Relationship Id="rId30" Type="http://schemas.openxmlformats.org/officeDocument/2006/relationships/font" Target="fonts/Lato-boldItalic.fntdata"/><Relationship Id="rId11" Type="http://schemas.openxmlformats.org/officeDocument/2006/relationships/slide" Target="slides/slide5.xml"/><Relationship Id="rId33" Type="http://schemas.openxmlformats.org/officeDocument/2006/relationships/font" Target="fonts/RedHatDisplayMedium-italic.fntdata"/><Relationship Id="rId10" Type="http://schemas.openxmlformats.org/officeDocument/2006/relationships/slide" Target="slides/slide4.xml"/><Relationship Id="rId32" Type="http://schemas.openxmlformats.org/officeDocument/2006/relationships/font" Target="fonts/RedHatDisplayMedium-bold.fntdata"/><Relationship Id="rId13" Type="http://schemas.openxmlformats.org/officeDocument/2006/relationships/slide" Target="slides/slide7.xml"/><Relationship Id="rId35" Type="http://schemas.openxmlformats.org/officeDocument/2006/relationships/font" Target="fonts/RedHatDisplay-regular.fntdata"/><Relationship Id="rId12" Type="http://schemas.openxmlformats.org/officeDocument/2006/relationships/slide" Target="slides/slide6.xml"/><Relationship Id="rId34" Type="http://schemas.openxmlformats.org/officeDocument/2006/relationships/font" Target="fonts/RedHatDisplayMedium-boldItalic.fntdata"/><Relationship Id="rId15" Type="http://schemas.openxmlformats.org/officeDocument/2006/relationships/slide" Target="slides/slide9.xml"/><Relationship Id="rId37" Type="http://schemas.openxmlformats.org/officeDocument/2006/relationships/font" Target="fonts/RedHatDisplay-italic.fntdata"/><Relationship Id="rId14" Type="http://schemas.openxmlformats.org/officeDocument/2006/relationships/slide" Target="slides/slide8.xml"/><Relationship Id="rId36" Type="http://schemas.openxmlformats.org/officeDocument/2006/relationships/font" Target="fonts/RedHatDisplay-bold.fntdata"/><Relationship Id="rId17" Type="http://schemas.openxmlformats.org/officeDocument/2006/relationships/slide" Target="slides/slide11.xml"/><Relationship Id="rId16" Type="http://schemas.openxmlformats.org/officeDocument/2006/relationships/slide" Target="slides/slide10.xml"/><Relationship Id="rId38" Type="http://schemas.openxmlformats.org/officeDocument/2006/relationships/font" Target="fonts/RedHatDisplay-boldItalic.fntdata"/><Relationship Id="rId19" Type="http://schemas.openxmlformats.org/officeDocument/2006/relationships/font" Target="fonts/Raleway-regular.fntdata"/><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g3a7aaff32e7_2_19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3" name="Google Shape;623;g3a7aaff32e7_2_19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g3a7aaff32e7_2_2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1" name="Google Shape;631;g3a7aaff32e7_2_2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g3a7aaff32e7_2_34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7" name="Google Shape;637;g3a7aaff32e7_2_34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g3a7aaff32e7_2_32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3" name="Google Shape;643;g3a7aaff32e7_2_3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g3a7aaff32e7_2_32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4" name="Google Shape;664;g3a7aaff32e7_2_32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g3a7aaff32e7_2_2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0" name="Google Shape;670;g3a7aaff32e7_2_2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a7aaff32e7_2_33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6" name="Google Shape;676;g3a7aaff32e7_2_33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0" name="Shape 680"/>
        <p:cNvGrpSpPr/>
        <p:nvPr/>
      </p:nvGrpSpPr>
      <p:grpSpPr>
        <a:xfrm>
          <a:off x="0" y="0"/>
          <a:ext cx="0" cy="0"/>
          <a:chOff x="0" y="0"/>
          <a:chExt cx="0" cy="0"/>
        </a:xfrm>
      </p:grpSpPr>
      <p:sp>
        <p:nvSpPr>
          <p:cNvPr id="681" name="Google Shape;681;g3a7aaff32e7_2_33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2" name="Google Shape;682;g3a7aaff32e7_2_33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6" name="Shape 686"/>
        <p:cNvGrpSpPr/>
        <p:nvPr/>
      </p:nvGrpSpPr>
      <p:grpSpPr>
        <a:xfrm>
          <a:off x="0" y="0"/>
          <a:ext cx="0" cy="0"/>
          <a:chOff x="0" y="0"/>
          <a:chExt cx="0" cy="0"/>
        </a:xfrm>
      </p:grpSpPr>
      <p:sp>
        <p:nvSpPr>
          <p:cNvPr id="687" name="Google Shape;687;g3a7aaff32e7_2_34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8" name="Google Shape;688;g3a7aaff32e7_2_34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g3a7aaff32e7_2_33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4" name="Google Shape;694;g3a7aaff32e7_2_33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g3a7aaff32e7_2_33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0" name="Google Shape;700;g3a7aaff32e7_2_33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5" name="Shape 705"/>
        <p:cNvGrpSpPr/>
        <p:nvPr/>
      </p:nvGrpSpPr>
      <p:grpSpPr>
        <a:xfrm>
          <a:off x="0" y="0"/>
          <a:ext cx="0" cy="0"/>
          <a:chOff x="0" y="0"/>
          <a:chExt cx="0" cy="0"/>
        </a:xfrm>
      </p:grpSpPr>
      <p:sp>
        <p:nvSpPr>
          <p:cNvPr id="706" name="Google Shape;706;g3a7aaff32e7_2_26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7" name="Google Shape;707;g3a7aaff32e7_2_26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blank">
  <p:cSld name="BLANK">
    <p:spTree>
      <p:nvGrpSpPr>
        <p:cNvPr id="86" name="Shape 86"/>
        <p:cNvGrpSpPr/>
        <p:nvPr/>
      </p:nvGrpSpPr>
      <p:grpSpPr>
        <a:xfrm>
          <a:off x="0" y="0"/>
          <a:ext cx="0" cy="0"/>
          <a:chOff x="0" y="0"/>
          <a:chExt cx="0" cy="0"/>
        </a:xfrm>
      </p:grpSpPr>
      <p:sp>
        <p:nvSpPr>
          <p:cNvPr id="87" name="Google Shape;87;p14"/>
          <p:cNvSpPr/>
          <p:nvPr/>
        </p:nvSpPr>
        <p:spPr>
          <a:xfrm>
            <a:off x="810500" y="0"/>
            <a:ext cx="6099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88" name="Google Shape;88;p14"/>
          <p:cNvSpPr/>
          <p:nvPr/>
        </p:nvSpPr>
        <p:spPr>
          <a:xfrm>
            <a:off x="810500" y="2040871"/>
            <a:ext cx="609900" cy="1020600"/>
          </a:xfrm>
          <a:prstGeom prst="snip2DiagRect">
            <a:avLst>
              <a:gd fmla="val 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89" name="Google Shape;89;p14"/>
          <p:cNvSpPr/>
          <p:nvPr/>
        </p:nvSpPr>
        <p:spPr>
          <a:xfrm>
            <a:off x="3" y="3061484"/>
            <a:ext cx="812400" cy="10428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90" name="Google Shape;90;p14"/>
          <p:cNvSpPr/>
          <p:nvPr/>
        </p:nvSpPr>
        <p:spPr>
          <a:xfrm>
            <a:off x="810500" y="1020429"/>
            <a:ext cx="6099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91" name="Google Shape;91;p14"/>
          <p:cNvSpPr/>
          <p:nvPr/>
        </p:nvSpPr>
        <p:spPr>
          <a:xfrm>
            <a:off x="-1" y="0"/>
            <a:ext cx="8124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92" name="Google Shape;92;p14"/>
          <p:cNvSpPr/>
          <p:nvPr/>
        </p:nvSpPr>
        <p:spPr>
          <a:xfrm>
            <a:off x="810505" y="3061475"/>
            <a:ext cx="609900" cy="1042800"/>
          </a:xfrm>
          <a:prstGeom prst="snip2DiagRect">
            <a:avLst>
              <a:gd fmla="val 0" name="adj1"/>
              <a:gd fmla="val 3967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93" name="Google Shape;93;p14"/>
          <p:cNvSpPr/>
          <p:nvPr/>
        </p:nvSpPr>
        <p:spPr>
          <a:xfrm>
            <a:off x="-1" y="2040871"/>
            <a:ext cx="812400" cy="1020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94" name="Google Shape;94;p14"/>
          <p:cNvSpPr/>
          <p:nvPr/>
        </p:nvSpPr>
        <p:spPr>
          <a:xfrm>
            <a:off x="-1" y="1020418"/>
            <a:ext cx="812400" cy="1020600"/>
          </a:xfrm>
          <a:prstGeom prst="snip2DiagRect">
            <a:avLst>
              <a:gd fmla="val 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95" name="Google Shape;95;p14"/>
          <p:cNvSpPr/>
          <p:nvPr/>
        </p:nvSpPr>
        <p:spPr>
          <a:xfrm>
            <a:off x="3" y="4100578"/>
            <a:ext cx="812400" cy="10428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96" name="Google Shape;96;p14"/>
          <p:cNvSpPr/>
          <p:nvPr/>
        </p:nvSpPr>
        <p:spPr>
          <a:xfrm>
            <a:off x="810502" y="4100581"/>
            <a:ext cx="609900" cy="10428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97" name="Google Shape;97;p14"/>
          <p:cNvSpPr/>
          <p:nvPr/>
        </p:nvSpPr>
        <p:spPr>
          <a:xfrm>
            <a:off x="1420399" y="0"/>
            <a:ext cx="432000" cy="1020600"/>
          </a:xfrm>
          <a:prstGeom prst="snip2DiagRect">
            <a:avLst>
              <a:gd fmla="val 0" name="adj1"/>
              <a:gd fmla="val 50000"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98" name="Google Shape;98;p14"/>
          <p:cNvSpPr/>
          <p:nvPr/>
        </p:nvSpPr>
        <p:spPr>
          <a:xfrm>
            <a:off x="1420399" y="2040871"/>
            <a:ext cx="432000" cy="1020600"/>
          </a:xfrm>
          <a:prstGeom prst="snip2DiagRect">
            <a:avLst>
              <a:gd fmla="val 0" name="adj1"/>
              <a:gd fmla="val 3967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99" name="Google Shape;99;p14"/>
          <p:cNvSpPr/>
          <p:nvPr/>
        </p:nvSpPr>
        <p:spPr>
          <a:xfrm>
            <a:off x="1420399" y="1020429"/>
            <a:ext cx="4320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0" name="Google Shape;100;p14"/>
          <p:cNvSpPr/>
          <p:nvPr/>
        </p:nvSpPr>
        <p:spPr>
          <a:xfrm>
            <a:off x="1420401" y="3061475"/>
            <a:ext cx="432000" cy="10428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1" name="Google Shape;101;p14"/>
          <p:cNvSpPr/>
          <p:nvPr/>
        </p:nvSpPr>
        <p:spPr>
          <a:xfrm>
            <a:off x="1420400" y="4100581"/>
            <a:ext cx="432000" cy="10428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2" name="Google Shape;102;p14"/>
          <p:cNvSpPr txBox="1"/>
          <p:nvPr>
            <p:ph type="title"/>
          </p:nvPr>
        </p:nvSpPr>
        <p:spPr>
          <a:xfrm>
            <a:off x="3154650" y="3235981"/>
            <a:ext cx="5760900" cy="587700"/>
          </a:xfrm>
          <a:prstGeom prst="rect">
            <a:avLst/>
          </a:prstGeom>
        </p:spPr>
        <p:txBody>
          <a:bodyPr anchorCtr="0" anchor="b" bIns="0" lIns="0" spcFirstLastPara="1" rIns="91425" wrap="square" tIns="91425">
            <a:noAutofit/>
          </a:bodyPr>
          <a:lstStyle>
            <a:lvl1pPr lvl="0">
              <a:spcBef>
                <a:spcPts val="0"/>
              </a:spcBef>
              <a:spcAft>
                <a:spcPts val="0"/>
              </a:spcAft>
              <a:buNone/>
              <a:defRPr sz="4000"/>
            </a:lvl1pPr>
            <a:lvl2pPr lvl="1">
              <a:lnSpc>
                <a:spcPct val="115000"/>
              </a:lnSpc>
              <a:spcBef>
                <a:spcPts val="0"/>
              </a:spcBef>
              <a:spcAft>
                <a:spcPts val="0"/>
              </a:spcAft>
              <a:buNone/>
              <a:defRPr/>
            </a:lvl2pPr>
            <a:lvl3pPr lvl="2">
              <a:lnSpc>
                <a:spcPct val="115000"/>
              </a:lnSpc>
              <a:spcBef>
                <a:spcPts val="0"/>
              </a:spcBef>
              <a:spcAft>
                <a:spcPts val="0"/>
              </a:spcAft>
              <a:buNone/>
              <a:defRPr/>
            </a:lvl3pPr>
            <a:lvl4pPr lvl="3">
              <a:lnSpc>
                <a:spcPct val="115000"/>
              </a:lnSpc>
              <a:spcBef>
                <a:spcPts val="0"/>
              </a:spcBef>
              <a:spcAft>
                <a:spcPts val="0"/>
              </a:spcAft>
              <a:buNone/>
              <a:defRPr/>
            </a:lvl4pPr>
            <a:lvl5pPr lvl="4">
              <a:lnSpc>
                <a:spcPct val="115000"/>
              </a:lnSpc>
              <a:spcBef>
                <a:spcPts val="0"/>
              </a:spcBef>
              <a:spcAft>
                <a:spcPts val="0"/>
              </a:spcAft>
              <a:buNone/>
              <a:defRPr/>
            </a:lvl5pPr>
            <a:lvl6pPr lvl="5">
              <a:lnSpc>
                <a:spcPct val="115000"/>
              </a:lnSpc>
              <a:spcBef>
                <a:spcPts val="0"/>
              </a:spcBef>
              <a:spcAft>
                <a:spcPts val="0"/>
              </a:spcAft>
              <a:buNone/>
              <a:defRPr/>
            </a:lvl6pPr>
            <a:lvl7pPr lvl="6">
              <a:lnSpc>
                <a:spcPct val="115000"/>
              </a:lnSpc>
              <a:spcBef>
                <a:spcPts val="0"/>
              </a:spcBef>
              <a:spcAft>
                <a:spcPts val="0"/>
              </a:spcAft>
              <a:buNone/>
              <a:defRPr/>
            </a:lvl7pPr>
            <a:lvl8pPr lvl="7">
              <a:lnSpc>
                <a:spcPct val="115000"/>
              </a:lnSpc>
              <a:spcBef>
                <a:spcPts val="0"/>
              </a:spcBef>
              <a:spcAft>
                <a:spcPts val="0"/>
              </a:spcAft>
              <a:buNone/>
              <a:defRPr/>
            </a:lvl8pPr>
            <a:lvl9pPr lvl="8">
              <a:lnSpc>
                <a:spcPct val="115000"/>
              </a:lnSpc>
              <a:spcBef>
                <a:spcPts val="0"/>
              </a:spcBef>
              <a:spcAft>
                <a:spcPts val="0"/>
              </a:spcAft>
              <a:buNone/>
              <a:defRPr/>
            </a:lvl9pPr>
          </a:lstStyle>
          <a:p/>
        </p:txBody>
      </p:sp>
      <p:sp>
        <p:nvSpPr>
          <p:cNvPr id="103" name="Google Shape;103;p14"/>
          <p:cNvSpPr txBox="1"/>
          <p:nvPr>
            <p:ph idx="1" type="subTitle"/>
          </p:nvPr>
        </p:nvSpPr>
        <p:spPr>
          <a:xfrm>
            <a:off x="3154650" y="3875775"/>
            <a:ext cx="5760900" cy="506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BLANK_3">
    <p:bg>
      <p:bgPr>
        <a:solidFill>
          <a:schemeClr val="accent5"/>
        </a:solidFill>
      </p:bgPr>
    </p:bg>
    <p:spTree>
      <p:nvGrpSpPr>
        <p:cNvPr id="104" name="Shape 104"/>
        <p:cNvGrpSpPr/>
        <p:nvPr/>
      </p:nvGrpSpPr>
      <p:grpSpPr>
        <a:xfrm>
          <a:off x="0" y="0"/>
          <a:ext cx="0" cy="0"/>
          <a:chOff x="0" y="0"/>
          <a:chExt cx="0" cy="0"/>
        </a:xfrm>
      </p:grpSpPr>
      <p:sp>
        <p:nvSpPr>
          <p:cNvPr id="105" name="Google Shape;105;p15"/>
          <p:cNvSpPr/>
          <p:nvPr/>
        </p:nvSpPr>
        <p:spPr>
          <a:xfrm>
            <a:off x="810500" y="0"/>
            <a:ext cx="6099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6" name="Google Shape;106;p15"/>
          <p:cNvSpPr/>
          <p:nvPr/>
        </p:nvSpPr>
        <p:spPr>
          <a:xfrm>
            <a:off x="810500" y="2040871"/>
            <a:ext cx="609900" cy="1020600"/>
          </a:xfrm>
          <a:prstGeom prst="snip2DiagRect">
            <a:avLst>
              <a:gd fmla="val 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7" name="Google Shape;107;p15"/>
          <p:cNvSpPr/>
          <p:nvPr/>
        </p:nvSpPr>
        <p:spPr>
          <a:xfrm>
            <a:off x="3" y="3061484"/>
            <a:ext cx="812400" cy="10428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8" name="Google Shape;108;p15"/>
          <p:cNvSpPr/>
          <p:nvPr/>
        </p:nvSpPr>
        <p:spPr>
          <a:xfrm>
            <a:off x="810500" y="1020429"/>
            <a:ext cx="6099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9" name="Google Shape;109;p15"/>
          <p:cNvSpPr/>
          <p:nvPr/>
        </p:nvSpPr>
        <p:spPr>
          <a:xfrm>
            <a:off x="-1" y="0"/>
            <a:ext cx="8124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0" name="Google Shape;110;p15"/>
          <p:cNvSpPr/>
          <p:nvPr/>
        </p:nvSpPr>
        <p:spPr>
          <a:xfrm>
            <a:off x="810505" y="3061475"/>
            <a:ext cx="609900" cy="1042800"/>
          </a:xfrm>
          <a:prstGeom prst="snip2DiagRect">
            <a:avLst>
              <a:gd fmla="val 0" name="adj1"/>
              <a:gd fmla="val 3967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1" name="Google Shape;111;p15"/>
          <p:cNvSpPr/>
          <p:nvPr/>
        </p:nvSpPr>
        <p:spPr>
          <a:xfrm>
            <a:off x="-1" y="2040871"/>
            <a:ext cx="812400" cy="1020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2" name="Google Shape;112;p15"/>
          <p:cNvSpPr/>
          <p:nvPr/>
        </p:nvSpPr>
        <p:spPr>
          <a:xfrm>
            <a:off x="-1" y="1020418"/>
            <a:ext cx="812400" cy="1020600"/>
          </a:xfrm>
          <a:prstGeom prst="snip2DiagRect">
            <a:avLst>
              <a:gd fmla="val 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3" name="Google Shape;113;p15"/>
          <p:cNvSpPr/>
          <p:nvPr/>
        </p:nvSpPr>
        <p:spPr>
          <a:xfrm>
            <a:off x="3" y="4100578"/>
            <a:ext cx="812400" cy="10428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4" name="Google Shape;114;p15"/>
          <p:cNvSpPr/>
          <p:nvPr/>
        </p:nvSpPr>
        <p:spPr>
          <a:xfrm>
            <a:off x="810502" y="4100581"/>
            <a:ext cx="609900" cy="10428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5" name="Google Shape;115;p15"/>
          <p:cNvSpPr/>
          <p:nvPr/>
        </p:nvSpPr>
        <p:spPr>
          <a:xfrm>
            <a:off x="1420399" y="0"/>
            <a:ext cx="432000" cy="1020600"/>
          </a:xfrm>
          <a:prstGeom prst="snip2DiagRect">
            <a:avLst>
              <a:gd fmla="val 0" name="adj1"/>
              <a:gd fmla="val 50000"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6" name="Google Shape;116;p15"/>
          <p:cNvSpPr/>
          <p:nvPr/>
        </p:nvSpPr>
        <p:spPr>
          <a:xfrm>
            <a:off x="1420399" y="2040871"/>
            <a:ext cx="432000" cy="1020600"/>
          </a:xfrm>
          <a:prstGeom prst="snip2DiagRect">
            <a:avLst>
              <a:gd fmla="val 0" name="adj1"/>
              <a:gd fmla="val 3967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7" name="Google Shape;117;p15"/>
          <p:cNvSpPr/>
          <p:nvPr/>
        </p:nvSpPr>
        <p:spPr>
          <a:xfrm>
            <a:off x="1420399" y="1020429"/>
            <a:ext cx="4320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8" name="Google Shape;118;p15"/>
          <p:cNvSpPr/>
          <p:nvPr/>
        </p:nvSpPr>
        <p:spPr>
          <a:xfrm>
            <a:off x="1420401" y="3061475"/>
            <a:ext cx="432000" cy="10428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9" name="Google Shape;119;p15"/>
          <p:cNvSpPr/>
          <p:nvPr/>
        </p:nvSpPr>
        <p:spPr>
          <a:xfrm>
            <a:off x="1420400" y="4100581"/>
            <a:ext cx="432000" cy="10428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20" name="Google Shape;120;p15"/>
          <p:cNvSpPr txBox="1"/>
          <p:nvPr>
            <p:ph type="title"/>
          </p:nvPr>
        </p:nvSpPr>
        <p:spPr>
          <a:xfrm>
            <a:off x="3154650" y="467500"/>
            <a:ext cx="5760900" cy="587700"/>
          </a:xfrm>
          <a:prstGeom prst="rect">
            <a:avLst/>
          </a:prstGeom>
        </p:spPr>
        <p:txBody>
          <a:bodyPr anchorCtr="0" anchor="b" bIns="0" lIns="0" spcFirstLastPara="1" rIns="91425" wrap="square" tIns="91425">
            <a:noAutofit/>
          </a:bodyPr>
          <a:lstStyle>
            <a:lvl1pPr lvl="0">
              <a:spcBef>
                <a:spcPts val="0"/>
              </a:spcBef>
              <a:spcAft>
                <a:spcPts val="0"/>
              </a:spcAft>
              <a:buNone/>
              <a:defRPr sz="4000"/>
            </a:lvl1pPr>
            <a:lvl2pPr lvl="1">
              <a:lnSpc>
                <a:spcPct val="115000"/>
              </a:lnSpc>
              <a:spcBef>
                <a:spcPts val="0"/>
              </a:spcBef>
              <a:spcAft>
                <a:spcPts val="0"/>
              </a:spcAft>
              <a:buNone/>
              <a:defRPr/>
            </a:lvl2pPr>
            <a:lvl3pPr lvl="2">
              <a:lnSpc>
                <a:spcPct val="115000"/>
              </a:lnSpc>
              <a:spcBef>
                <a:spcPts val="0"/>
              </a:spcBef>
              <a:spcAft>
                <a:spcPts val="0"/>
              </a:spcAft>
              <a:buNone/>
              <a:defRPr/>
            </a:lvl3pPr>
            <a:lvl4pPr lvl="3">
              <a:lnSpc>
                <a:spcPct val="115000"/>
              </a:lnSpc>
              <a:spcBef>
                <a:spcPts val="0"/>
              </a:spcBef>
              <a:spcAft>
                <a:spcPts val="0"/>
              </a:spcAft>
              <a:buNone/>
              <a:defRPr/>
            </a:lvl4pPr>
            <a:lvl5pPr lvl="4">
              <a:lnSpc>
                <a:spcPct val="115000"/>
              </a:lnSpc>
              <a:spcBef>
                <a:spcPts val="0"/>
              </a:spcBef>
              <a:spcAft>
                <a:spcPts val="0"/>
              </a:spcAft>
              <a:buNone/>
              <a:defRPr/>
            </a:lvl5pPr>
            <a:lvl6pPr lvl="5">
              <a:lnSpc>
                <a:spcPct val="115000"/>
              </a:lnSpc>
              <a:spcBef>
                <a:spcPts val="0"/>
              </a:spcBef>
              <a:spcAft>
                <a:spcPts val="0"/>
              </a:spcAft>
              <a:buNone/>
              <a:defRPr/>
            </a:lvl6pPr>
            <a:lvl7pPr lvl="6">
              <a:lnSpc>
                <a:spcPct val="115000"/>
              </a:lnSpc>
              <a:spcBef>
                <a:spcPts val="0"/>
              </a:spcBef>
              <a:spcAft>
                <a:spcPts val="0"/>
              </a:spcAft>
              <a:buNone/>
              <a:defRPr/>
            </a:lvl7pPr>
            <a:lvl8pPr lvl="7">
              <a:lnSpc>
                <a:spcPct val="115000"/>
              </a:lnSpc>
              <a:spcBef>
                <a:spcPts val="0"/>
              </a:spcBef>
              <a:spcAft>
                <a:spcPts val="0"/>
              </a:spcAft>
              <a:buNone/>
              <a:defRPr/>
            </a:lvl8pPr>
            <a:lvl9pPr lvl="8">
              <a:lnSpc>
                <a:spcPct val="115000"/>
              </a:lnSpc>
              <a:spcBef>
                <a:spcPts val="0"/>
              </a:spcBef>
              <a:spcAft>
                <a:spcPts val="0"/>
              </a:spcAft>
              <a:buNone/>
              <a:defRPr/>
            </a:lvl9pPr>
          </a:lstStyle>
          <a:p/>
        </p:txBody>
      </p:sp>
      <p:sp>
        <p:nvSpPr>
          <p:cNvPr id="121" name="Google Shape;121;p15"/>
          <p:cNvSpPr txBox="1"/>
          <p:nvPr>
            <p:ph idx="1" type="subTitle"/>
          </p:nvPr>
        </p:nvSpPr>
        <p:spPr>
          <a:xfrm>
            <a:off x="3154650" y="1107294"/>
            <a:ext cx="5760900" cy="506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2" name="Google Shape;122;p15"/>
          <p:cNvSpPr/>
          <p:nvPr>
            <p:ph idx="2" type="pic"/>
          </p:nvPr>
        </p:nvSpPr>
        <p:spPr>
          <a:xfrm>
            <a:off x="3154650" y="3875225"/>
            <a:ext cx="618600" cy="808500"/>
          </a:xfrm>
          <a:prstGeom prst="snip2DiagRect">
            <a:avLst>
              <a:gd fmla="val 0" name="adj1"/>
              <a:gd fmla="val 34473" name="adj2"/>
            </a:avLst>
          </a:prstGeom>
          <a:noFill/>
          <a:ln>
            <a:noFill/>
          </a:ln>
        </p:spPr>
      </p:sp>
      <p:sp>
        <p:nvSpPr>
          <p:cNvPr id="123" name="Google Shape;123;p15"/>
          <p:cNvSpPr txBox="1"/>
          <p:nvPr>
            <p:ph idx="3" type="subTitle"/>
          </p:nvPr>
        </p:nvSpPr>
        <p:spPr>
          <a:xfrm>
            <a:off x="3859150" y="4072916"/>
            <a:ext cx="2621700" cy="1731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900"/>
              <a:buFont typeface="Red Hat Display"/>
              <a:buNone/>
              <a:defRPr sz="900">
                <a:solidFill>
                  <a:schemeClr val="dk2"/>
                </a:solidFill>
              </a:defRPr>
            </a:lvl1pPr>
            <a:lvl2pPr lvl="1">
              <a:spcBef>
                <a:spcPts val="0"/>
              </a:spcBef>
              <a:spcAft>
                <a:spcPts val="0"/>
              </a:spcAft>
              <a:buClr>
                <a:schemeClr val="dk2"/>
              </a:buClr>
              <a:buSzPts val="900"/>
              <a:buNone/>
              <a:defRPr sz="900">
                <a:solidFill>
                  <a:schemeClr val="dk2"/>
                </a:solidFill>
              </a:defRPr>
            </a:lvl2pPr>
            <a:lvl3pPr lvl="2">
              <a:spcBef>
                <a:spcPts val="0"/>
              </a:spcBef>
              <a:spcAft>
                <a:spcPts val="0"/>
              </a:spcAft>
              <a:buClr>
                <a:schemeClr val="dk2"/>
              </a:buClr>
              <a:buSzPts val="900"/>
              <a:buNone/>
              <a:defRPr sz="900">
                <a:solidFill>
                  <a:schemeClr val="dk2"/>
                </a:solidFill>
              </a:defRPr>
            </a:lvl3pPr>
            <a:lvl4pPr lvl="3">
              <a:spcBef>
                <a:spcPts val="0"/>
              </a:spcBef>
              <a:spcAft>
                <a:spcPts val="0"/>
              </a:spcAft>
              <a:buClr>
                <a:schemeClr val="dk2"/>
              </a:buClr>
              <a:buSzPts val="900"/>
              <a:buNone/>
              <a:defRPr sz="900">
                <a:solidFill>
                  <a:schemeClr val="dk2"/>
                </a:solidFill>
              </a:defRPr>
            </a:lvl4pPr>
            <a:lvl5pPr lvl="4">
              <a:spcBef>
                <a:spcPts val="0"/>
              </a:spcBef>
              <a:spcAft>
                <a:spcPts val="0"/>
              </a:spcAft>
              <a:buClr>
                <a:schemeClr val="dk2"/>
              </a:buClr>
              <a:buSzPts val="900"/>
              <a:buNone/>
              <a:defRPr sz="900">
                <a:solidFill>
                  <a:schemeClr val="dk2"/>
                </a:solidFill>
              </a:defRPr>
            </a:lvl5pPr>
            <a:lvl6pPr lvl="5">
              <a:spcBef>
                <a:spcPts val="0"/>
              </a:spcBef>
              <a:spcAft>
                <a:spcPts val="0"/>
              </a:spcAft>
              <a:buClr>
                <a:schemeClr val="dk2"/>
              </a:buClr>
              <a:buSzPts val="900"/>
              <a:buNone/>
              <a:defRPr sz="900">
                <a:solidFill>
                  <a:schemeClr val="dk2"/>
                </a:solidFill>
              </a:defRPr>
            </a:lvl6pPr>
            <a:lvl7pPr lvl="6">
              <a:spcBef>
                <a:spcPts val="0"/>
              </a:spcBef>
              <a:spcAft>
                <a:spcPts val="0"/>
              </a:spcAft>
              <a:buClr>
                <a:schemeClr val="dk2"/>
              </a:buClr>
              <a:buSzPts val="900"/>
              <a:buNone/>
              <a:defRPr sz="900">
                <a:solidFill>
                  <a:schemeClr val="dk2"/>
                </a:solidFill>
              </a:defRPr>
            </a:lvl7pPr>
            <a:lvl8pPr lvl="7">
              <a:spcBef>
                <a:spcPts val="0"/>
              </a:spcBef>
              <a:spcAft>
                <a:spcPts val="0"/>
              </a:spcAft>
              <a:buClr>
                <a:schemeClr val="dk2"/>
              </a:buClr>
              <a:buSzPts val="900"/>
              <a:buNone/>
              <a:defRPr sz="900">
                <a:solidFill>
                  <a:schemeClr val="dk2"/>
                </a:solidFill>
              </a:defRPr>
            </a:lvl8pPr>
            <a:lvl9pPr lvl="8">
              <a:spcBef>
                <a:spcPts val="0"/>
              </a:spcBef>
              <a:spcAft>
                <a:spcPts val="0"/>
              </a:spcAft>
              <a:buClr>
                <a:schemeClr val="dk2"/>
              </a:buClr>
              <a:buSzPts val="900"/>
              <a:buNone/>
              <a:defRPr sz="900">
                <a:solidFill>
                  <a:schemeClr val="dk2"/>
                </a:solidFill>
              </a:defRPr>
            </a:lvl9pPr>
          </a:lstStyle>
          <a:p/>
        </p:txBody>
      </p:sp>
      <p:sp>
        <p:nvSpPr>
          <p:cNvPr id="124" name="Google Shape;124;p15"/>
          <p:cNvSpPr txBox="1"/>
          <p:nvPr>
            <p:ph idx="4" type="subTitle"/>
          </p:nvPr>
        </p:nvSpPr>
        <p:spPr>
          <a:xfrm>
            <a:off x="3859150" y="4321400"/>
            <a:ext cx="1061400" cy="1731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900"/>
              <a:buNone/>
              <a:defRPr sz="900"/>
            </a:lvl2pPr>
            <a:lvl3pPr lvl="2">
              <a:spcBef>
                <a:spcPts val="0"/>
              </a:spcBef>
              <a:spcAft>
                <a:spcPts val="0"/>
              </a:spcAft>
              <a:buClr>
                <a:schemeClr val="lt1"/>
              </a:buClr>
              <a:buSzPts val="900"/>
              <a:buNone/>
              <a:defRPr sz="900"/>
            </a:lvl3pPr>
            <a:lvl4pPr lvl="3">
              <a:spcBef>
                <a:spcPts val="0"/>
              </a:spcBef>
              <a:spcAft>
                <a:spcPts val="0"/>
              </a:spcAft>
              <a:buClr>
                <a:schemeClr val="lt1"/>
              </a:buClr>
              <a:buSzPts val="900"/>
              <a:buNone/>
              <a:defRPr sz="900"/>
            </a:lvl4pPr>
            <a:lvl5pPr lvl="4">
              <a:spcBef>
                <a:spcPts val="0"/>
              </a:spcBef>
              <a:spcAft>
                <a:spcPts val="0"/>
              </a:spcAft>
              <a:buClr>
                <a:schemeClr val="lt1"/>
              </a:buClr>
              <a:buSzPts val="900"/>
              <a:buNone/>
              <a:defRPr sz="900"/>
            </a:lvl5pPr>
            <a:lvl6pPr lvl="5">
              <a:spcBef>
                <a:spcPts val="0"/>
              </a:spcBef>
              <a:spcAft>
                <a:spcPts val="0"/>
              </a:spcAft>
              <a:buClr>
                <a:schemeClr val="lt1"/>
              </a:buClr>
              <a:buSzPts val="900"/>
              <a:buNone/>
              <a:defRPr sz="900"/>
            </a:lvl6pPr>
            <a:lvl7pPr lvl="6">
              <a:spcBef>
                <a:spcPts val="0"/>
              </a:spcBef>
              <a:spcAft>
                <a:spcPts val="0"/>
              </a:spcAft>
              <a:buClr>
                <a:schemeClr val="lt1"/>
              </a:buClr>
              <a:buSzPts val="900"/>
              <a:buNone/>
              <a:defRPr sz="900"/>
            </a:lvl7pPr>
            <a:lvl8pPr lvl="7">
              <a:spcBef>
                <a:spcPts val="0"/>
              </a:spcBef>
              <a:spcAft>
                <a:spcPts val="0"/>
              </a:spcAft>
              <a:buClr>
                <a:schemeClr val="lt1"/>
              </a:buClr>
              <a:buSzPts val="900"/>
              <a:buNone/>
              <a:defRPr sz="900"/>
            </a:lvl8pPr>
            <a:lvl9pPr lvl="8">
              <a:spcBef>
                <a:spcPts val="0"/>
              </a:spcBef>
              <a:spcAft>
                <a:spcPts val="0"/>
              </a:spcAft>
              <a:buClr>
                <a:schemeClr val="lt1"/>
              </a:buClr>
              <a:buSzPts val="900"/>
              <a:buNone/>
              <a:defRPr sz="900"/>
            </a:lvl9pPr>
          </a:lstStyle>
          <a:p/>
        </p:txBody>
      </p:sp>
      <p:sp>
        <p:nvSpPr>
          <p:cNvPr id="125" name="Google Shape;125;p15"/>
          <p:cNvSpPr txBox="1"/>
          <p:nvPr>
            <p:ph idx="5" type="subTitle"/>
          </p:nvPr>
        </p:nvSpPr>
        <p:spPr>
          <a:xfrm>
            <a:off x="5055800" y="4321400"/>
            <a:ext cx="1061400" cy="1731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900"/>
              <a:buNone/>
              <a:defRPr sz="900"/>
            </a:lvl2pPr>
            <a:lvl3pPr lvl="2">
              <a:spcBef>
                <a:spcPts val="0"/>
              </a:spcBef>
              <a:spcAft>
                <a:spcPts val="0"/>
              </a:spcAft>
              <a:buClr>
                <a:schemeClr val="lt1"/>
              </a:buClr>
              <a:buSzPts val="900"/>
              <a:buNone/>
              <a:defRPr sz="900"/>
            </a:lvl3pPr>
            <a:lvl4pPr lvl="3">
              <a:spcBef>
                <a:spcPts val="0"/>
              </a:spcBef>
              <a:spcAft>
                <a:spcPts val="0"/>
              </a:spcAft>
              <a:buClr>
                <a:schemeClr val="lt1"/>
              </a:buClr>
              <a:buSzPts val="900"/>
              <a:buNone/>
              <a:defRPr sz="900"/>
            </a:lvl4pPr>
            <a:lvl5pPr lvl="4">
              <a:spcBef>
                <a:spcPts val="0"/>
              </a:spcBef>
              <a:spcAft>
                <a:spcPts val="0"/>
              </a:spcAft>
              <a:buClr>
                <a:schemeClr val="lt1"/>
              </a:buClr>
              <a:buSzPts val="900"/>
              <a:buNone/>
              <a:defRPr sz="900"/>
            </a:lvl5pPr>
            <a:lvl6pPr lvl="5">
              <a:spcBef>
                <a:spcPts val="0"/>
              </a:spcBef>
              <a:spcAft>
                <a:spcPts val="0"/>
              </a:spcAft>
              <a:buClr>
                <a:schemeClr val="lt1"/>
              </a:buClr>
              <a:buSzPts val="900"/>
              <a:buNone/>
              <a:defRPr sz="900"/>
            </a:lvl6pPr>
            <a:lvl7pPr lvl="6">
              <a:spcBef>
                <a:spcPts val="0"/>
              </a:spcBef>
              <a:spcAft>
                <a:spcPts val="0"/>
              </a:spcAft>
              <a:buClr>
                <a:schemeClr val="lt1"/>
              </a:buClr>
              <a:buSzPts val="900"/>
              <a:buNone/>
              <a:defRPr sz="900"/>
            </a:lvl7pPr>
            <a:lvl8pPr lvl="7">
              <a:spcBef>
                <a:spcPts val="0"/>
              </a:spcBef>
              <a:spcAft>
                <a:spcPts val="0"/>
              </a:spcAft>
              <a:buClr>
                <a:schemeClr val="lt1"/>
              </a:buClr>
              <a:buSzPts val="900"/>
              <a:buNone/>
              <a:defRPr sz="900"/>
            </a:lvl8pPr>
            <a:lvl9pPr lvl="8">
              <a:spcBef>
                <a:spcPts val="0"/>
              </a:spcBef>
              <a:spcAft>
                <a:spcPts val="0"/>
              </a:spcAft>
              <a:buClr>
                <a:schemeClr val="lt1"/>
              </a:buClr>
              <a:buSzPts val="900"/>
              <a:buNone/>
              <a:defRPr sz="900"/>
            </a:lvl9pPr>
          </a:lstStyle>
          <a:p/>
        </p:txBody>
      </p:sp>
      <p:sp>
        <p:nvSpPr>
          <p:cNvPr id="126" name="Google Shape;126;p15"/>
          <p:cNvSpPr txBox="1"/>
          <p:nvPr>
            <p:ph idx="6" type="subTitle"/>
          </p:nvPr>
        </p:nvSpPr>
        <p:spPr>
          <a:xfrm>
            <a:off x="6252450" y="4321400"/>
            <a:ext cx="1061400" cy="1731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900"/>
              <a:buNone/>
              <a:defRPr sz="900"/>
            </a:lvl2pPr>
            <a:lvl3pPr lvl="2">
              <a:spcBef>
                <a:spcPts val="0"/>
              </a:spcBef>
              <a:spcAft>
                <a:spcPts val="0"/>
              </a:spcAft>
              <a:buClr>
                <a:schemeClr val="lt1"/>
              </a:buClr>
              <a:buSzPts val="900"/>
              <a:buNone/>
              <a:defRPr sz="900"/>
            </a:lvl3pPr>
            <a:lvl4pPr lvl="3">
              <a:spcBef>
                <a:spcPts val="0"/>
              </a:spcBef>
              <a:spcAft>
                <a:spcPts val="0"/>
              </a:spcAft>
              <a:buClr>
                <a:schemeClr val="lt1"/>
              </a:buClr>
              <a:buSzPts val="900"/>
              <a:buNone/>
              <a:defRPr sz="900"/>
            </a:lvl4pPr>
            <a:lvl5pPr lvl="4">
              <a:spcBef>
                <a:spcPts val="0"/>
              </a:spcBef>
              <a:spcAft>
                <a:spcPts val="0"/>
              </a:spcAft>
              <a:buClr>
                <a:schemeClr val="lt1"/>
              </a:buClr>
              <a:buSzPts val="900"/>
              <a:buNone/>
              <a:defRPr sz="900"/>
            </a:lvl5pPr>
            <a:lvl6pPr lvl="5">
              <a:spcBef>
                <a:spcPts val="0"/>
              </a:spcBef>
              <a:spcAft>
                <a:spcPts val="0"/>
              </a:spcAft>
              <a:buClr>
                <a:schemeClr val="lt1"/>
              </a:buClr>
              <a:buSzPts val="900"/>
              <a:buNone/>
              <a:defRPr sz="900"/>
            </a:lvl6pPr>
            <a:lvl7pPr lvl="6">
              <a:spcBef>
                <a:spcPts val="0"/>
              </a:spcBef>
              <a:spcAft>
                <a:spcPts val="0"/>
              </a:spcAft>
              <a:buClr>
                <a:schemeClr val="lt1"/>
              </a:buClr>
              <a:buSzPts val="900"/>
              <a:buNone/>
              <a:defRPr sz="900"/>
            </a:lvl7pPr>
            <a:lvl8pPr lvl="7">
              <a:spcBef>
                <a:spcPts val="0"/>
              </a:spcBef>
              <a:spcAft>
                <a:spcPts val="0"/>
              </a:spcAft>
              <a:buClr>
                <a:schemeClr val="lt1"/>
              </a:buClr>
              <a:buSzPts val="900"/>
              <a:buNone/>
              <a:defRPr sz="900"/>
            </a:lvl8pPr>
            <a:lvl9pPr lvl="8">
              <a:spcBef>
                <a:spcPts val="0"/>
              </a:spcBef>
              <a:spcAft>
                <a:spcPts val="0"/>
              </a:spcAft>
              <a:buClr>
                <a:schemeClr val="lt1"/>
              </a:buClr>
              <a:buSzPts val="900"/>
              <a:buNone/>
              <a:defRPr sz="9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BLANK_2">
    <p:spTree>
      <p:nvGrpSpPr>
        <p:cNvPr id="127" name="Shape 127"/>
        <p:cNvGrpSpPr/>
        <p:nvPr/>
      </p:nvGrpSpPr>
      <p:grpSpPr>
        <a:xfrm>
          <a:off x="0" y="0"/>
          <a:ext cx="0" cy="0"/>
          <a:chOff x="0" y="0"/>
          <a:chExt cx="0" cy="0"/>
        </a:xfrm>
      </p:grpSpPr>
      <p:sp>
        <p:nvSpPr>
          <p:cNvPr id="128" name="Google Shape;128;p16"/>
          <p:cNvSpPr/>
          <p:nvPr/>
        </p:nvSpPr>
        <p:spPr>
          <a:xfrm>
            <a:off x="7291578" y="4100578"/>
            <a:ext cx="812400" cy="10428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29" name="Google Shape;129;p16"/>
          <p:cNvSpPr/>
          <p:nvPr/>
        </p:nvSpPr>
        <p:spPr>
          <a:xfrm>
            <a:off x="8102077" y="4100581"/>
            <a:ext cx="609900" cy="10428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0" name="Google Shape;130;p16"/>
          <p:cNvSpPr/>
          <p:nvPr/>
        </p:nvSpPr>
        <p:spPr>
          <a:xfrm>
            <a:off x="8677575" y="4100576"/>
            <a:ext cx="466500" cy="10428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1" name="Google Shape;131;p16"/>
          <p:cNvSpPr/>
          <p:nvPr/>
        </p:nvSpPr>
        <p:spPr>
          <a:xfrm>
            <a:off x="5206068" y="0"/>
            <a:ext cx="1241100" cy="1020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2" name="Google Shape;132;p16"/>
          <p:cNvSpPr/>
          <p:nvPr/>
        </p:nvSpPr>
        <p:spPr>
          <a:xfrm>
            <a:off x="6447262" y="0"/>
            <a:ext cx="844200" cy="1020600"/>
          </a:xfrm>
          <a:prstGeom prst="snip2DiagRect">
            <a:avLst>
              <a:gd fmla="val 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3" name="Google Shape;133;p16"/>
          <p:cNvSpPr/>
          <p:nvPr/>
        </p:nvSpPr>
        <p:spPr>
          <a:xfrm>
            <a:off x="8102075" y="0"/>
            <a:ext cx="6099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4" name="Google Shape;134;p16"/>
          <p:cNvSpPr/>
          <p:nvPr/>
        </p:nvSpPr>
        <p:spPr>
          <a:xfrm>
            <a:off x="8102075" y="2040871"/>
            <a:ext cx="609900" cy="1020600"/>
          </a:xfrm>
          <a:prstGeom prst="snip2DiagRect">
            <a:avLst>
              <a:gd fmla="val 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5" name="Google Shape;135;p16"/>
          <p:cNvSpPr/>
          <p:nvPr/>
        </p:nvSpPr>
        <p:spPr>
          <a:xfrm>
            <a:off x="7291578" y="3061484"/>
            <a:ext cx="812400" cy="10428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6" name="Google Shape;136;p16"/>
          <p:cNvSpPr/>
          <p:nvPr/>
        </p:nvSpPr>
        <p:spPr>
          <a:xfrm>
            <a:off x="5206074" y="1020431"/>
            <a:ext cx="1241100" cy="10206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7" name="Google Shape;137;p16"/>
          <p:cNvSpPr/>
          <p:nvPr/>
        </p:nvSpPr>
        <p:spPr>
          <a:xfrm>
            <a:off x="4028275" y="0"/>
            <a:ext cx="1177800" cy="10206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8" name="Google Shape;138;p16"/>
          <p:cNvSpPr/>
          <p:nvPr/>
        </p:nvSpPr>
        <p:spPr>
          <a:xfrm>
            <a:off x="4028281" y="1020428"/>
            <a:ext cx="1177800" cy="10206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9" name="Google Shape;139;p16"/>
          <p:cNvSpPr/>
          <p:nvPr/>
        </p:nvSpPr>
        <p:spPr>
          <a:xfrm>
            <a:off x="5206074" y="2040861"/>
            <a:ext cx="1241100" cy="10206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0" name="Google Shape;140;p16"/>
          <p:cNvSpPr/>
          <p:nvPr/>
        </p:nvSpPr>
        <p:spPr>
          <a:xfrm>
            <a:off x="8102075" y="1020429"/>
            <a:ext cx="6099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1" name="Google Shape;141;p16"/>
          <p:cNvSpPr/>
          <p:nvPr/>
        </p:nvSpPr>
        <p:spPr>
          <a:xfrm>
            <a:off x="7291574" y="0"/>
            <a:ext cx="8124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2" name="Google Shape;142;p16"/>
          <p:cNvSpPr/>
          <p:nvPr/>
        </p:nvSpPr>
        <p:spPr>
          <a:xfrm>
            <a:off x="8102080" y="3061475"/>
            <a:ext cx="609900" cy="1042800"/>
          </a:xfrm>
          <a:prstGeom prst="snip2DiagRect">
            <a:avLst>
              <a:gd fmla="val 0" name="adj1"/>
              <a:gd fmla="val 3967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3" name="Google Shape;143;p16"/>
          <p:cNvSpPr/>
          <p:nvPr/>
        </p:nvSpPr>
        <p:spPr>
          <a:xfrm>
            <a:off x="7291574" y="2040871"/>
            <a:ext cx="812400" cy="1020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4" name="Google Shape;144;p16"/>
          <p:cNvSpPr/>
          <p:nvPr/>
        </p:nvSpPr>
        <p:spPr>
          <a:xfrm>
            <a:off x="7291574" y="1020418"/>
            <a:ext cx="812400" cy="1020600"/>
          </a:xfrm>
          <a:prstGeom prst="snip2DiagRect">
            <a:avLst>
              <a:gd fmla="val 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5" name="Google Shape;145;p16"/>
          <p:cNvSpPr/>
          <p:nvPr/>
        </p:nvSpPr>
        <p:spPr>
          <a:xfrm>
            <a:off x="6447262" y="1020429"/>
            <a:ext cx="844200" cy="1020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6" name="Google Shape;146;p16"/>
          <p:cNvSpPr/>
          <p:nvPr/>
        </p:nvSpPr>
        <p:spPr>
          <a:xfrm>
            <a:off x="6447262" y="2040858"/>
            <a:ext cx="844200" cy="10206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7" name="Google Shape;147;p16"/>
          <p:cNvSpPr/>
          <p:nvPr/>
        </p:nvSpPr>
        <p:spPr>
          <a:xfrm>
            <a:off x="6447275" y="3061486"/>
            <a:ext cx="844200" cy="10428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8" name="Google Shape;148;p16"/>
          <p:cNvSpPr/>
          <p:nvPr/>
        </p:nvSpPr>
        <p:spPr>
          <a:xfrm>
            <a:off x="8677575" y="0"/>
            <a:ext cx="466500" cy="1020600"/>
          </a:xfrm>
          <a:prstGeom prst="snip2DiagRect">
            <a:avLst>
              <a:gd fmla="val 0" name="adj1"/>
              <a:gd fmla="val 50000"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9" name="Google Shape;149;p16"/>
          <p:cNvSpPr/>
          <p:nvPr/>
        </p:nvSpPr>
        <p:spPr>
          <a:xfrm>
            <a:off x="8677575" y="2040869"/>
            <a:ext cx="466500" cy="1020600"/>
          </a:xfrm>
          <a:prstGeom prst="snip2DiagRect">
            <a:avLst>
              <a:gd fmla="val 0" name="adj1"/>
              <a:gd fmla="val 3967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0" name="Google Shape;150;p16"/>
          <p:cNvSpPr/>
          <p:nvPr/>
        </p:nvSpPr>
        <p:spPr>
          <a:xfrm>
            <a:off x="8677575" y="1020428"/>
            <a:ext cx="4665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1" name="Google Shape;151;p16"/>
          <p:cNvSpPr/>
          <p:nvPr/>
        </p:nvSpPr>
        <p:spPr>
          <a:xfrm>
            <a:off x="8677577" y="3061472"/>
            <a:ext cx="466500" cy="10428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2" name="Google Shape;152;p16"/>
          <p:cNvSpPr txBox="1"/>
          <p:nvPr>
            <p:ph type="title"/>
          </p:nvPr>
        </p:nvSpPr>
        <p:spPr>
          <a:xfrm>
            <a:off x="259050" y="3670842"/>
            <a:ext cx="5760900" cy="587700"/>
          </a:xfrm>
          <a:prstGeom prst="rect">
            <a:avLst/>
          </a:prstGeom>
        </p:spPr>
        <p:txBody>
          <a:bodyPr anchorCtr="0" anchor="b" bIns="0" lIns="0" spcFirstLastPara="1" rIns="91425" wrap="square" tIns="91425">
            <a:noAutofit/>
          </a:bodyPr>
          <a:lstStyle>
            <a:lvl1pPr lvl="0">
              <a:spcBef>
                <a:spcPts val="0"/>
              </a:spcBef>
              <a:spcAft>
                <a:spcPts val="0"/>
              </a:spcAft>
              <a:buNone/>
              <a:defRPr sz="5600">
                <a:solidFill>
                  <a:schemeClr val="lt1"/>
                </a:solidFill>
              </a:defRPr>
            </a:lvl1pPr>
            <a:lvl2pPr lvl="1">
              <a:lnSpc>
                <a:spcPct val="115000"/>
              </a:lnSpc>
              <a:spcBef>
                <a:spcPts val="0"/>
              </a:spcBef>
              <a:spcAft>
                <a:spcPts val="0"/>
              </a:spcAft>
              <a:buNone/>
              <a:defRPr>
                <a:solidFill>
                  <a:schemeClr val="lt1"/>
                </a:solidFill>
              </a:defRPr>
            </a:lvl2pPr>
            <a:lvl3pPr lvl="2">
              <a:lnSpc>
                <a:spcPct val="115000"/>
              </a:lnSpc>
              <a:spcBef>
                <a:spcPts val="0"/>
              </a:spcBef>
              <a:spcAft>
                <a:spcPts val="0"/>
              </a:spcAft>
              <a:buNone/>
              <a:defRPr>
                <a:solidFill>
                  <a:schemeClr val="lt1"/>
                </a:solidFill>
              </a:defRPr>
            </a:lvl3pPr>
            <a:lvl4pPr lvl="3">
              <a:lnSpc>
                <a:spcPct val="115000"/>
              </a:lnSpc>
              <a:spcBef>
                <a:spcPts val="0"/>
              </a:spcBef>
              <a:spcAft>
                <a:spcPts val="0"/>
              </a:spcAft>
              <a:buNone/>
              <a:defRPr>
                <a:solidFill>
                  <a:schemeClr val="lt1"/>
                </a:solidFill>
              </a:defRPr>
            </a:lvl4pPr>
            <a:lvl5pPr lvl="4">
              <a:lnSpc>
                <a:spcPct val="115000"/>
              </a:lnSpc>
              <a:spcBef>
                <a:spcPts val="0"/>
              </a:spcBef>
              <a:spcAft>
                <a:spcPts val="0"/>
              </a:spcAft>
              <a:buNone/>
              <a:defRPr>
                <a:solidFill>
                  <a:schemeClr val="lt1"/>
                </a:solidFill>
              </a:defRPr>
            </a:lvl5pPr>
            <a:lvl6pPr lvl="5">
              <a:lnSpc>
                <a:spcPct val="115000"/>
              </a:lnSpc>
              <a:spcBef>
                <a:spcPts val="0"/>
              </a:spcBef>
              <a:spcAft>
                <a:spcPts val="0"/>
              </a:spcAft>
              <a:buNone/>
              <a:defRPr>
                <a:solidFill>
                  <a:schemeClr val="lt1"/>
                </a:solidFill>
              </a:defRPr>
            </a:lvl6pPr>
            <a:lvl7pPr lvl="6">
              <a:lnSpc>
                <a:spcPct val="115000"/>
              </a:lnSpc>
              <a:spcBef>
                <a:spcPts val="0"/>
              </a:spcBef>
              <a:spcAft>
                <a:spcPts val="0"/>
              </a:spcAft>
              <a:buNone/>
              <a:defRPr>
                <a:solidFill>
                  <a:schemeClr val="lt1"/>
                </a:solidFill>
              </a:defRPr>
            </a:lvl7pPr>
            <a:lvl8pPr lvl="7">
              <a:lnSpc>
                <a:spcPct val="115000"/>
              </a:lnSpc>
              <a:spcBef>
                <a:spcPts val="0"/>
              </a:spcBef>
              <a:spcAft>
                <a:spcPts val="0"/>
              </a:spcAft>
              <a:buNone/>
              <a:defRPr>
                <a:solidFill>
                  <a:schemeClr val="lt1"/>
                </a:solidFill>
              </a:defRPr>
            </a:lvl8pPr>
            <a:lvl9pPr lvl="8">
              <a:lnSpc>
                <a:spcPct val="115000"/>
              </a:lnSpc>
              <a:spcBef>
                <a:spcPts val="0"/>
              </a:spcBef>
              <a:spcAft>
                <a:spcPts val="0"/>
              </a:spcAft>
              <a:buNone/>
              <a:defRPr>
                <a:solidFill>
                  <a:schemeClr val="lt1"/>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section header">
  <p:cSld name="BLANK_1">
    <p:bg>
      <p:bgPr>
        <a:solidFill>
          <a:schemeClr val="accent5"/>
        </a:solidFill>
      </p:bgPr>
    </p:bg>
    <p:spTree>
      <p:nvGrpSpPr>
        <p:cNvPr id="153" name="Shape 153"/>
        <p:cNvGrpSpPr/>
        <p:nvPr/>
      </p:nvGrpSpPr>
      <p:grpSpPr>
        <a:xfrm>
          <a:off x="0" y="0"/>
          <a:ext cx="0" cy="0"/>
          <a:chOff x="0" y="0"/>
          <a:chExt cx="0" cy="0"/>
        </a:xfrm>
      </p:grpSpPr>
      <p:grpSp>
        <p:nvGrpSpPr>
          <p:cNvPr id="154" name="Google Shape;154;p17"/>
          <p:cNvGrpSpPr/>
          <p:nvPr/>
        </p:nvGrpSpPr>
        <p:grpSpPr>
          <a:xfrm>
            <a:off x="4895291" y="1377627"/>
            <a:ext cx="4091726" cy="3670806"/>
            <a:chOff x="5223565" y="1672200"/>
            <a:chExt cx="3763198" cy="3376074"/>
          </a:xfrm>
        </p:grpSpPr>
        <p:sp>
          <p:nvSpPr>
            <p:cNvPr id="155" name="Google Shape;155;p17"/>
            <p:cNvSpPr/>
            <p:nvPr/>
          </p:nvSpPr>
          <p:spPr>
            <a:xfrm>
              <a:off x="8597363" y="4658874"/>
              <a:ext cx="389400" cy="389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6" name="Google Shape;156;p17"/>
            <p:cNvSpPr/>
            <p:nvPr/>
          </p:nvSpPr>
          <p:spPr>
            <a:xfrm>
              <a:off x="8221477" y="4674761"/>
              <a:ext cx="364500" cy="364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7" name="Google Shape;157;p17"/>
            <p:cNvSpPr/>
            <p:nvPr/>
          </p:nvSpPr>
          <p:spPr>
            <a:xfrm>
              <a:off x="7827856" y="4668751"/>
              <a:ext cx="364500" cy="364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8" name="Google Shape;158;p17"/>
            <p:cNvSpPr/>
            <p:nvPr/>
          </p:nvSpPr>
          <p:spPr>
            <a:xfrm>
              <a:off x="7434256" y="4656732"/>
              <a:ext cx="364500" cy="364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9" name="Google Shape;159;p17"/>
            <p:cNvSpPr/>
            <p:nvPr/>
          </p:nvSpPr>
          <p:spPr>
            <a:xfrm>
              <a:off x="7061685" y="4674751"/>
              <a:ext cx="328500" cy="328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0" name="Google Shape;160;p17"/>
            <p:cNvSpPr/>
            <p:nvPr/>
          </p:nvSpPr>
          <p:spPr>
            <a:xfrm>
              <a:off x="6674992" y="4683725"/>
              <a:ext cx="310500" cy="31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1" name="Google Shape;161;p17"/>
            <p:cNvSpPr/>
            <p:nvPr/>
          </p:nvSpPr>
          <p:spPr>
            <a:xfrm>
              <a:off x="6302724" y="4703118"/>
              <a:ext cx="266100" cy="266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2" name="Google Shape;162;p17"/>
            <p:cNvSpPr/>
            <p:nvPr/>
          </p:nvSpPr>
          <p:spPr>
            <a:xfrm>
              <a:off x="5931636" y="4719313"/>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3" name="Google Shape;163;p17"/>
            <p:cNvSpPr/>
            <p:nvPr/>
          </p:nvSpPr>
          <p:spPr>
            <a:xfrm>
              <a:off x="5574999" y="4754125"/>
              <a:ext cx="164100" cy="164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4" name="Google Shape;164;p17"/>
            <p:cNvSpPr/>
            <p:nvPr/>
          </p:nvSpPr>
          <p:spPr>
            <a:xfrm>
              <a:off x="5223565" y="4792075"/>
              <a:ext cx="88200" cy="88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5" name="Google Shape;165;p17"/>
            <p:cNvSpPr/>
            <p:nvPr/>
          </p:nvSpPr>
          <p:spPr>
            <a:xfrm>
              <a:off x="5233309" y="4405993"/>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6" name="Google Shape;166;p17"/>
            <p:cNvSpPr/>
            <p:nvPr/>
          </p:nvSpPr>
          <p:spPr>
            <a:xfrm>
              <a:off x="5255991" y="4031074"/>
              <a:ext cx="32400" cy="3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7" name="Google Shape;167;p17"/>
            <p:cNvSpPr/>
            <p:nvPr/>
          </p:nvSpPr>
          <p:spPr>
            <a:xfrm>
              <a:off x="5577744" y="4359245"/>
              <a:ext cx="164100" cy="164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8" name="Google Shape;168;p17"/>
            <p:cNvSpPr/>
            <p:nvPr/>
          </p:nvSpPr>
          <p:spPr>
            <a:xfrm>
              <a:off x="5597859" y="3989773"/>
              <a:ext cx="128400" cy="128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9" name="Google Shape;169;p17"/>
            <p:cNvSpPr/>
            <p:nvPr/>
          </p:nvSpPr>
          <p:spPr>
            <a:xfrm>
              <a:off x="5617892" y="3617917"/>
              <a:ext cx="88200" cy="88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70" name="Google Shape;170;p17"/>
            <p:cNvSpPr/>
            <p:nvPr/>
          </p:nvSpPr>
          <p:spPr>
            <a:xfrm>
              <a:off x="5640242" y="3256822"/>
              <a:ext cx="43500" cy="43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71" name="Google Shape;171;p17"/>
            <p:cNvSpPr/>
            <p:nvPr/>
          </p:nvSpPr>
          <p:spPr>
            <a:xfrm>
              <a:off x="5947917" y="4337666"/>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72" name="Google Shape;172;p17"/>
            <p:cNvSpPr/>
            <p:nvPr/>
          </p:nvSpPr>
          <p:spPr>
            <a:xfrm>
              <a:off x="5947917" y="3948966"/>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73" name="Google Shape;173;p17"/>
            <p:cNvSpPr/>
            <p:nvPr/>
          </p:nvSpPr>
          <p:spPr>
            <a:xfrm>
              <a:off x="5971017" y="3583374"/>
              <a:ext cx="164100" cy="164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74" name="Google Shape;174;p17"/>
            <p:cNvSpPr/>
            <p:nvPr/>
          </p:nvSpPr>
          <p:spPr>
            <a:xfrm>
              <a:off x="6000412" y="3213736"/>
              <a:ext cx="120600" cy="120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75" name="Google Shape;175;p17"/>
            <p:cNvSpPr/>
            <p:nvPr/>
          </p:nvSpPr>
          <p:spPr>
            <a:xfrm>
              <a:off x="6028158" y="2848212"/>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76" name="Google Shape;176;p17"/>
            <p:cNvSpPr/>
            <p:nvPr/>
          </p:nvSpPr>
          <p:spPr>
            <a:xfrm>
              <a:off x="6310165" y="4307974"/>
              <a:ext cx="266100" cy="266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77" name="Google Shape;177;p17"/>
            <p:cNvSpPr/>
            <p:nvPr/>
          </p:nvSpPr>
          <p:spPr>
            <a:xfrm>
              <a:off x="6317617" y="3928525"/>
              <a:ext cx="251100" cy="251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78" name="Google Shape;178;p17"/>
            <p:cNvSpPr/>
            <p:nvPr/>
          </p:nvSpPr>
          <p:spPr>
            <a:xfrm>
              <a:off x="6338017" y="3557025"/>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79" name="Google Shape;179;p17"/>
            <p:cNvSpPr/>
            <p:nvPr/>
          </p:nvSpPr>
          <p:spPr>
            <a:xfrm>
              <a:off x="6353659" y="3174152"/>
              <a:ext cx="190800" cy="190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80" name="Google Shape;180;p17"/>
            <p:cNvSpPr/>
            <p:nvPr/>
          </p:nvSpPr>
          <p:spPr>
            <a:xfrm>
              <a:off x="6378718" y="2811048"/>
              <a:ext cx="140700" cy="140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81" name="Google Shape;181;p17"/>
            <p:cNvSpPr/>
            <p:nvPr/>
          </p:nvSpPr>
          <p:spPr>
            <a:xfrm>
              <a:off x="6742842" y="2786001"/>
              <a:ext cx="190800" cy="190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82" name="Google Shape;182;p17"/>
            <p:cNvSpPr/>
            <p:nvPr/>
          </p:nvSpPr>
          <p:spPr>
            <a:xfrm>
              <a:off x="6416508" y="2460862"/>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83" name="Google Shape;183;p17"/>
            <p:cNvSpPr/>
            <p:nvPr/>
          </p:nvSpPr>
          <p:spPr>
            <a:xfrm>
              <a:off x="6767893" y="2423048"/>
              <a:ext cx="140700" cy="140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84" name="Google Shape;184;p17"/>
            <p:cNvSpPr/>
            <p:nvPr/>
          </p:nvSpPr>
          <p:spPr>
            <a:xfrm>
              <a:off x="6818658" y="2063849"/>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85" name="Google Shape;185;p17"/>
            <p:cNvSpPr/>
            <p:nvPr/>
          </p:nvSpPr>
          <p:spPr>
            <a:xfrm>
              <a:off x="6725510" y="3161725"/>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86" name="Google Shape;186;p17"/>
            <p:cNvSpPr/>
            <p:nvPr/>
          </p:nvSpPr>
          <p:spPr>
            <a:xfrm>
              <a:off x="6703814" y="3536492"/>
              <a:ext cx="266100" cy="266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87" name="Google Shape;187;p17"/>
            <p:cNvSpPr/>
            <p:nvPr/>
          </p:nvSpPr>
          <p:spPr>
            <a:xfrm>
              <a:off x="6693510" y="3918330"/>
              <a:ext cx="281700" cy="281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88" name="Google Shape;188;p17"/>
            <p:cNvSpPr/>
            <p:nvPr/>
          </p:nvSpPr>
          <p:spPr>
            <a:xfrm>
              <a:off x="6683243" y="4298575"/>
              <a:ext cx="302100" cy="302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89" name="Google Shape;189;p17"/>
            <p:cNvSpPr/>
            <p:nvPr/>
          </p:nvSpPr>
          <p:spPr>
            <a:xfrm>
              <a:off x="7061692" y="4285375"/>
              <a:ext cx="328500" cy="328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90" name="Google Shape;190;p17"/>
            <p:cNvSpPr/>
            <p:nvPr/>
          </p:nvSpPr>
          <p:spPr>
            <a:xfrm>
              <a:off x="7070692" y="3905000"/>
              <a:ext cx="310500" cy="31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91" name="Google Shape;191;p17"/>
            <p:cNvSpPr/>
            <p:nvPr/>
          </p:nvSpPr>
          <p:spPr>
            <a:xfrm>
              <a:off x="7085092" y="3528700"/>
              <a:ext cx="281700" cy="281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92" name="Google Shape;192;p17"/>
            <p:cNvSpPr/>
            <p:nvPr/>
          </p:nvSpPr>
          <p:spPr>
            <a:xfrm>
              <a:off x="7103018" y="3150325"/>
              <a:ext cx="256500" cy="256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93" name="Google Shape;193;p17"/>
            <p:cNvSpPr/>
            <p:nvPr/>
          </p:nvSpPr>
          <p:spPr>
            <a:xfrm>
              <a:off x="7124313" y="2779308"/>
              <a:ext cx="220500" cy="22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94" name="Google Shape;194;p17"/>
            <p:cNvSpPr/>
            <p:nvPr/>
          </p:nvSpPr>
          <p:spPr>
            <a:xfrm>
              <a:off x="7146044" y="2409955"/>
              <a:ext cx="174000" cy="174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95" name="Google Shape;195;p17"/>
            <p:cNvSpPr/>
            <p:nvPr/>
          </p:nvSpPr>
          <p:spPr>
            <a:xfrm>
              <a:off x="7186793" y="2052175"/>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96" name="Google Shape;196;p17"/>
            <p:cNvSpPr/>
            <p:nvPr/>
          </p:nvSpPr>
          <p:spPr>
            <a:xfrm>
              <a:off x="7976817" y="1672200"/>
              <a:ext cx="88200" cy="88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97" name="Google Shape;197;p17"/>
            <p:cNvSpPr/>
            <p:nvPr/>
          </p:nvSpPr>
          <p:spPr>
            <a:xfrm>
              <a:off x="8371192" y="1672200"/>
              <a:ext cx="88200" cy="88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98" name="Google Shape;198;p17"/>
            <p:cNvSpPr/>
            <p:nvPr/>
          </p:nvSpPr>
          <p:spPr>
            <a:xfrm>
              <a:off x="8764889" y="1672200"/>
              <a:ext cx="88200" cy="88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99" name="Google Shape;199;p17"/>
            <p:cNvSpPr/>
            <p:nvPr/>
          </p:nvSpPr>
          <p:spPr>
            <a:xfrm>
              <a:off x="7441492" y="4274600"/>
              <a:ext cx="350100" cy="35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00" name="Google Shape;200;p17"/>
            <p:cNvSpPr/>
            <p:nvPr/>
          </p:nvSpPr>
          <p:spPr>
            <a:xfrm>
              <a:off x="7452292" y="3896000"/>
              <a:ext cx="328500" cy="328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01" name="Google Shape;201;p17"/>
            <p:cNvSpPr/>
            <p:nvPr/>
          </p:nvSpPr>
          <p:spPr>
            <a:xfrm>
              <a:off x="7470292" y="3510175"/>
              <a:ext cx="310500" cy="31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02" name="Google Shape;202;p17"/>
            <p:cNvSpPr/>
            <p:nvPr/>
          </p:nvSpPr>
          <p:spPr>
            <a:xfrm>
              <a:off x="7484692" y="3137725"/>
              <a:ext cx="281700" cy="281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03" name="Google Shape;203;p17"/>
            <p:cNvSpPr/>
            <p:nvPr/>
          </p:nvSpPr>
          <p:spPr>
            <a:xfrm>
              <a:off x="7497293" y="2761300"/>
              <a:ext cx="256500" cy="256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04" name="Google Shape;204;p17"/>
            <p:cNvSpPr/>
            <p:nvPr/>
          </p:nvSpPr>
          <p:spPr>
            <a:xfrm>
              <a:off x="7515288" y="2386708"/>
              <a:ext cx="220500" cy="22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05" name="Google Shape;205;p17"/>
            <p:cNvSpPr/>
            <p:nvPr/>
          </p:nvSpPr>
          <p:spPr>
            <a:xfrm>
              <a:off x="7564468" y="2035826"/>
              <a:ext cx="140700" cy="140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06" name="Google Shape;206;p17"/>
            <p:cNvSpPr/>
            <p:nvPr/>
          </p:nvSpPr>
          <p:spPr>
            <a:xfrm>
              <a:off x="7828801" y="4272511"/>
              <a:ext cx="364500" cy="364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07" name="Google Shape;207;p17"/>
            <p:cNvSpPr/>
            <p:nvPr/>
          </p:nvSpPr>
          <p:spPr>
            <a:xfrm>
              <a:off x="7835067" y="3890650"/>
              <a:ext cx="350100" cy="35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08" name="Google Shape;208;p17"/>
            <p:cNvSpPr/>
            <p:nvPr/>
          </p:nvSpPr>
          <p:spPr>
            <a:xfrm>
              <a:off x="7850970" y="3509478"/>
              <a:ext cx="328500" cy="328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09" name="Google Shape;209;p17"/>
            <p:cNvSpPr/>
            <p:nvPr/>
          </p:nvSpPr>
          <p:spPr>
            <a:xfrm>
              <a:off x="7859967" y="3123325"/>
              <a:ext cx="310500" cy="31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10" name="Google Shape;210;p17"/>
            <p:cNvSpPr/>
            <p:nvPr/>
          </p:nvSpPr>
          <p:spPr>
            <a:xfrm>
              <a:off x="7886401" y="2761299"/>
              <a:ext cx="256500" cy="256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11" name="Google Shape;211;p17"/>
            <p:cNvSpPr/>
            <p:nvPr/>
          </p:nvSpPr>
          <p:spPr>
            <a:xfrm>
              <a:off x="7904067" y="2376550"/>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12" name="Google Shape;212;p17"/>
            <p:cNvSpPr/>
            <p:nvPr/>
          </p:nvSpPr>
          <p:spPr>
            <a:xfrm>
              <a:off x="7944867" y="2030125"/>
              <a:ext cx="152100" cy="152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13" name="Google Shape;213;p17"/>
            <p:cNvSpPr/>
            <p:nvPr/>
          </p:nvSpPr>
          <p:spPr>
            <a:xfrm>
              <a:off x="8330538" y="2030125"/>
              <a:ext cx="164100" cy="164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14" name="Google Shape;214;p17"/>
            <p:cNvSpPr/>
            <p:nvPr/>
          </p:nvSpPr>
          <p:spPr>
            <a:xfrm>
              <a:off x="8717639" y="2025398"/>
              <a:ext cx="174000" cy="174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15" name="Google Shape;215;p17"/>
            <p:cNvSpPr/>
            <p:nvPr/>
          </p:nvSpPr>
          <p:spPr>
            <a:xfrm>
              <a:off x="8298197" y="2383915"/>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16" name="Google Shape;216;p17"/>
            <p:cNvSpPr/>
            <p:nvPr/>
          </p:nvSpPr>
          <p:spPr>
            <a:xfrm>
              <a:off x="8691644" y="2383915"/>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17" name="Google Shape;217;p17"/>
            <p:cNvSpPr/>
            <p:nvPr/>
          </p:nvSpPr>
          <p:spPr>
            <a:xfrm>
              <a:off x="8273879" y="2760682"/>
              <a:ext cx="266100" cy="266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18" name="Google Shape;218;p17"/>
            <p:cNvSpPr/>
            <p:nvPr/>
          </p:nvSpPr>
          <p:spPr>
            <a:xfrm>
              <a:off x="8662489" y="2760682"/>
              <a:ext cx="266100" cy="266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19" name="Google Shape;219;p17"/>
            <p:cNvSpPr/>
            <p:nvPr/>
          </p:nvSpPr>
          <p:spPr>
            <a:xfrm>
              <a:off x="8248467" y="3123325"/>
              <a:ext cx="310500" cy="31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20" name="Google Shape;220;p17"/>
            <p:cNvSpPr/>
            <p:nvPr/>
          </p:nvSpPr>
          <p:spPr>
            <a:xfrm>
              <a:off x="8649389" y="3123325"/>
              <a:ext cx="310500" cy="31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21" name="Google Shape;221;p17"/>
            <p:cNvSpPr/>
            <p:nvPr/>
          </p:nvSpPr>
          <p:spPr>
            <a:xfrm>
              <a:off x="8228667" y="3498675"/>
              <a:ext cx="350100" cy="35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22" name="Google Shape;222;p17"/>
            <p:cNvSpPr/>
            <p:nvPr/>
          </p:nvSpPr>
          <p:spPr>
            <a:xfrm>
              <a:off x="8620488" y="3498675"/>
              <a:ext cx="350100" cy="35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23" name="Google Shape;223;p17"/>
            <p:cNvSpPr/>
            <p:nvPr/>
          </p:nvSpPr>
          <p:spPr>
            <a:xfrm>
              <a:off x="8225203" y="3890650"/>
              <a:ext cx="350100" cy="35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24" name="Google Shape;224;p17"/>
            <p:cNvSpPr/>
            <p:nvPr/>
          </p:nvSpPr>
          <p:spPr>
            <a:xfrm>
              <a:off x="8616393" y="3890650"/>
              <a:ext cx="350100" cy="35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25" name="Google Shape;225;p17"/>
            <p:cNvSpPr/>
            <p:nvPr/>
          </p:nvSpPr>
          <p:spPr>
            <a:xfrm>
              <a:off x="8217728" y="4274243"/>
              <a:ext cx="364500" cy="364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26" name="Google Shape;226;p17"/>
            <p:cNvSpPr/>
            <p:nvPr/>
          </p:nvSpPr>
          <p:spPr>
            <a:xfrm>
              <a:off x="8605974" y="4274243"/>
              <a:ext cx="364500" cy="364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grpSp>
      <p:grpSp>
        <p:nvGrpSpPr>
          <p:cNvPr id="227" name="Google Shape;227;p17"/>
          <p:cNvGrpSpPr/>
          <p:nvPr/>
        </p:nvGrpSpPr>
        <p:grpSpPr>
          <a:xfrm>
            <a:off x="142078" y="79823"/>
            <a:ext cx="2140834" cy="1767927"/>
            <a:chOff x="142083" y="79814"/>
            <a:chExt cx="1831025" cy="1512212"/>
          </a:xfrm>
        </p:grpSpPr>
        <p:sp>
          <p:nvSpPr>
            <p:cNvPr id="228" name="Google Shape;228;p17"/>
            <p:cNvSpPr/>
            <p:nvPr/>
          </p:nvSpPr>
          <p:spPr>
            <a:xfrm>
              <a:off x="142083" y="79814"/>
              <a:ext cx="256500" cy="256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29" name="Google Shape;229;p17"/>
            <p:cNvSpPr/>
            <p:nvPr/>
          </p:nvSpPr>
          <p:spPr>
            <a:xfrm>
              <a:off x="487858" y="87214"/>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30" name="Google Shape;230;p17"/>
            <p:cNvSpPr/>
            <p:nvPr/>
          </p:nvSpPr>
          <p:spPr>
            <a:xfrm>
              <a:off x="839135" y="87214"/>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31" name="Google Shape;231;p17"/>
            <p:cNvSpPr/>
            <p:nvPr/>
          </p:nvSpPr>
          <p:spPr>
            <a:xfrm>
              <a:off x="1191033" y="105414"/>
              <a:ext cx="174000" cy="174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32" name="Google Shape;232;p17"/>
            <p:cNvSpPr/>
            <p:nvPr/>
          </p:nvSpPr>
          <p:spPr>
            <a:xfrm>
              <a:off x="1537808" y="115439"/>
              <a:ext cx="140700" cy="141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33" name="Google Shape;233;p17"/>
            <p:cNvSpPr/>
            <p:nvPr/>
          </p:nvSpPr>
          <p:spPr>
            <a:xfrm>
              <a:off x="1908008" y="148714"/>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34" name="Google Shape;234;p17"/>
            <p:cNvSpPr/>
            <p:nvPr/>
          </p:nvSpPr>
          <p:spPr>
            <a:xfrm>
              <a:off x="164883" y="422639"/>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35" name="Google Shape;235;p17"/>
            <p:cNvSpPr/>
            <p:nvPr/>
          </p:nvSpPr>
          <p:spPr>
            <a:xfrm>
              <a:off x="506960" y="427888"/>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36" name="Google Shape;236;p17"/>
            <p:cNvSpPr/>
            <p:nvPr/>
          </p:nvSpPr>
          <p:spPr>
            <a:xfrm>
              <a:off x="854387" y="436714"/>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37" name="Google Shape;237;p17"/>
            <p:cNvSpPr/>
            <p:nvPr/>
          </p:nvSpPr>
          <p:spPr>
            <a:xfrm>
              <a:off x="1202034" y="45038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38" name="Google Shape;238;p17"/>
            <p:cNvSpPr/>
            <p:nvPr/>
          </p:nvSpPr>
          <p:spPr>
            <a:xfrm>
              <a:off x="1558407" y="470039"/>
              <a:ext cx="97800" cy="97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39" name="Google Shape;239;p17"/>
            <p:cNvSpPr/>
            <p:nvPr/>
          </p:nvSpPr>
          <p:spPr>
            <a:xfrm>
              <a:off x="1924408" y="499814"/>
              <a:ext cx="32400" cy="3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40" name="Google Shape;240;p17"/>
            <p:cNvSpPr/>
            <p:nvPr/>
          </p:nvSpPr>
          <p:spPr>
            <a:xfrm>
              <a:off x="529964" y="775614"/>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41" name="Google Shape;241;p17"/>
            <p:cNvSpPr/>
            <p:nvPr/>
          </p:nvSpPr>
          <p:spPr>
            <a:xfrm>
              <a:off x="185718" y="765448"/>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42" name="Google Shape;242;p17"/>
            <p:cNvSpPr/>
            <p:nvPr/>
          </p:nvSpPr>
          <p:spPr>
            <a:xfrm>
              <a:off x="873448" y="78404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43" name="Google Shape;243;p17"/>
            <p:cNvSpPr/>
            <p:nvPr/>
          </p:nvSpPr>
          <p:spPr>
            <a:xfrm>
              <a:off x="1230921" y="804501"/>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44" name="Google Shape;244;p17"/>
            <p:cNvSpPr/>
            <p:nvPr/>
          </p:nvSpPr>
          <p:spPr>
            <a:xfrm>
              <a:off x="1577346" y="824201"/>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45" name="Google Shape;245;p17"/>
            <p:cNvSpPr/>
            <p:nvPr/>
          </p:nvSpPr>
          <p:spPr>
            <a:xfrm>
              <a:off x="551148" y="112214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46" name="Google Shape;246;p17"/>
            <p:cNvSpPr/>
            <p:nvPr/>
          </p:nvSpPr>
          <p:spPr>
            <a:xfrm>
              <a:off x="201014" y="1115389"/>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47" name="Google Shape;247;p17"/>
            <p:cNvSpPr/>
            <p:nvPr/>
          </p:nvSpPr>
          <p:spPr>
            <a:xfrm>
              <a:off x="900639" y="1144351"/>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48" name="Google Shape;248;p17"/>
            <p:cNvSpPr/>
            <p:nvPr/>
          </p:nvSpPr>
          <p:spPr>
            <a:xfrm>
              <a:off x="1258496" y="1160976"/>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49" name="Google Shape;249;p17"/>
            <p:cNvSpPr/>
            <p:nvPr/>
          </p:nvSpPr>
          <p:spPr>
            <a:xfrm>
              <a:off x="240458" y="1484026"/>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50" name="Google Shape;250;p17"/>
            <p:cNvSpPr/>
            <p:nvPr/>
          </p:nvSpPr>
          <p:spPr>
            <a:xfrm>
              <a:off x="583108" y="1486121"/>
              <a:ext cx="88200" cy="88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51" name="Google Shape;251;p17"/>
            <p:cNvSpPr/>
            <p:nvPr/>
          </p:nvSpPr>
          <p:spPr>
            <a:xfrm>
              <a:off x="937805" y="1508513"/>
              <a:ext cx="43500" cy="43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grpSp>
      <p:sp>
        <p:nvSpPr>
          <p:cNvPr id="252" name="Google Shape;252;p17"/>
          <p:cNvSpPr txBox="1"/>
          <p:nvPr>
            <p:ph type="title"/>
          </p:nvPr>
        </p:nvSpPr>
        <p:spPr>
          <a:xfrm>
            <a:off x="228600" y="2160392"/>
            <a:ext cx="5760900" cy="587700"/>
          </a:xfrm>
          <a:prstGeom prst="rect">
            <a:avLst/>
          </a:prstGeom>
        </p:spPr>
        <p:txBody>
          <a:bodyPr anchorCtr="0" anchor="b" bIns="0" lIns="0" spcFirstLastPara="1" rIns="91425" wrap="square" tIns="91425">
            <a:noAutofit/>
          </a:bodyPr>
          <a:lstStyle>
            <a:lvl1pPr lvl="0">
              <a:spcBef>
                <a:spcPts val="0"/>
              </a:spcBef>
              <a:spcAft>
                <a:spcPts val="0"/>
              </a:spcAft>
              <a:buNone/>
              <a:defRPr sz="4000"/>
            </a:lvl1pPr>
            <a:lvl2pPr lvl="1">
              <a:lnSpc>
                <a:spcPct val="115000"/>
              </a:lnSpc>
              <a:spcBef>
                <a:spcPts val="0"/>
              </a:spcBef>
              <a:spcAft>
                <a:spcPts val="0"/>
              </a:spcAft>
              <a:buNone/>
              <a:defRPr/>
            </a:lvl2pPr>
            <a:lvl3pPr lvl="2">
              <a:lnSpc>
                <a:spcPct val="115000"/>
              </a:lnSpc>
              <a:spcBef>
                <a:spcPts val="0"/>
              </a:spcBef>
              <a:spcAft>
                <a:spcPts val="0"/>
              </a:spcAft>
              <a:buNone/>
              <a:defRPr/>
            </a:lvl3pPr>
            <a:lvl4pPr lvl="3">
              <a:lnSpc>
                <a:spcPct val="115000"/>
              </a:lnSpc>
              <a:spcBef>
                <a:spcPts val="0"/>
              </a:spcBef>
              <a:spcAft>
                <a:spcPts val="0"/>
              </a:spcAft>
              <a:buNone/>
              <a:defRPr/>
            </a:lvl4pPr>
            <a:lvl5pPr lvl="4">
              <a:lnSpc>
                <a:spcPct val="115000"/>
              </a:lnSpc>
              <a:spcBef>
                <a:spcPts val="0"/>
              </a:spcBef>
              <a:spcAft>
                <a:spcPts val="0"/>
              </a:spcAft>
              <a:buNone/>
              <a:defRPr/>
            </a:lvl5pPr>
            <a:lvl6pPr lvl="5">
              <a:lnSpc>
                <a:spcPct val="115000"/>
              </a:lnSpc>
              <a:spcBef>
                <a:spcPts val="0"/>
              </a:spcBef>
              <a:spcAft>
                <a:spcPts val="0"/>
              </a:spcAft>
              <a:buNone/>
              <a:defRPr/>
            </a:lvl6pPr>
            <a:lvl7pPr lvl="6">
              <a:lnSpc>
                <a:spcPct val="115000"/>
              </a:lnSpc>
              <a:spcBef>
                <a:spcPts val="0"/>
              </a:spcBef>
              <a:spcAft>
                <a:spcPts val="0"/>
              </a:spcAft>
              <a:buNone/>
              <a:defRPr/>
            </a:lvl7pPr>
            <a:lvl8pPr lvl="7">
              <a:lnSpc>
                <a:spcPct val="115000"/>
              </a:lnSpc>
              <a:spcBef>
                <a:spcPts val="0"/>
              </a:spcBef>
              <a:spcAft>
                <a:spcPts val="0"/>
              </a:spcAft>
              <a:buNone/>
              <a:defRPr/>
            </a:lvl8pPr>
            <a:lvl9pPr lvl="8">
              <a:lnSpc>
                <a:spcPct val="115000"/>
              </a:lnSpc>
              <a:spcBef>
                <a:spcPts val="0"/>
              </a:spcBef>
              <a:spcAft>
                <a:spcPts val="0"/>
              </a:spcAft>
              <a:buNone/>
              <a:defRPr/>
            </a:lvl9pPr>
          </a:lstStyle>
          <a:p/>
        </p:txBody>
      </p:sp>
      <p:sp>
        <p:nvSpPr>
          <p:cNvPr id="253" name="Google Shape;253;p17"/>
          <p:cNvSpPr txBox="1"/>
          <p:nvPr>
            <p:ph idx="1" type="subTitle"/>
          </p:nvPr>
        </p:nvSpPr>
        <p:spPr>
          <a:xfrm>
            <a:off x="228600" y="2800192"/>
            <a:ext cx="4916700" cy="506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et the team 1">
  <p:cSld name="CUSTOM">
    <p:spTree>
      <p:nvGrpSpPr>
        <p:cNvPr id="254" name="Shape 254"/>
        <p:cNvGrpSpPr/>
        <p:nvPr/>
      </p:nvGrpSpPr>
      <p:grpSpPr>
        <a:xfrm>
          <a:off x="0" y="0"/>
          <a:ext cx="0" cy="0"/>
          <a:chOff x="0" y="0"/>
          <a:chExt cx="0" cy="0"/>
        </a:xfrm>
      </p:grpSpPr>
      <p:sp>
        <p:nvSpPr>
          <p:cNvPr id="255" name="Google Shape;255;p18"/>
          <p:cNvSpPr txBox="1"/>
          <p:nvPr>
            <p:ph type="title"/>
          </p:nvPr>
        </p:nvSpPr>
        <p:spPr>
          <a:xfrm>
            <a:off x="228600" y="420017"/>
            <a:ext cx="64803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256" name="Google Shape;256;p18"/>
          <p:cNvSpPr/>
          <p:nvPr>
            <p:ph idx="2" type="pic"/>
          </p:nvPr>
        </p:nvSpPr>
        <p:spPr>
          <a:xfrm>
            <a:off x="228425" y="1804150"/>
            <a:ext cx="1444500" cy="1451400"/>
          </a:xfrm>
          <a:prstGeom prst="rect">
            <a:avLst/>
          </a:prstGeom>
          <a:noFill/>
          <a:ln>
            <a:noFill/>
          </a:ln>
        </p:spPr>
      </p:sp>
      <p:sp>
        <p:nvSpPr>
          <p:cNvPr id="257" name="Google Shape;257;p18"/>
          <p:cNvSpPr/>
          <p:nvPr>
            <p:ph idx="3" type="pic"/>
          </p:nvPr>
        </p:nvSpPr>
        <p:spPr>
          <a:xfrm>
            <a:off x="2036775" y="1804150"/>
            <a:ext cx="1444500" cy="1451400"/>
          </a:xfrm>
          <a:prstGeom prst="rect">
            <a:avLst/>
          </a:prstGeom>
          <a:noFill/>
          <a:ln>
            <a:noFill/>
          </a:ln>
        </p:spPr>
      </p:sp>
      <p:sp>
        <p:nvSpPr>
          <p:cNvPr id="258" name="Google Shape;258;p18"/>
          <p:cNvSpPr/>
          <p:nvPr>
            <p:ph idx="4" type="pic"/>
          </p:nvPr>
        </p:nvSpPr>
        <p:spPr>
          <a:xfrm>
            <a:off x="3844088" y="1804150"/>
            <a:ext cx="1444500" cy="1451400"/>
          </a:xfrm>
          <a:prstGeom prst="rect">
            <a:avLst/>
          </a:prstGeom>
          <a:noFill/>
          <a:ln>
            <a:noFill/>
          </a:ln>
        </p:spPr>
      </p:sp>
      <p:sp>
        <p:nvSpPr>
          <p:cNvPr id="259" name="Google Shape;259;p18"/>
          <p:cNvSpPr/>
          <p:nvPr>
            <p:ph idx="5" type="pic"/>
          </p:nvPr>
        </p:nvSpPr>
        <p:spPr>
          <a:xfrm>
            <a:off x="5655513" y="1804150"/>
            <a:ext cx="1444500" cy="1451400"/>
          </a:xfrm>
          <a:prstGeom prst="rect">
            <a:avLst/>
          </a:prstGeom>
          <a:noFill/>
          <a:ln>
            <a:noFill/>
          </a:ln>
        </p:spPr>
      </p:sp>
      <p:sp>
        <p:nvSpPr>
          <p:cNvPr id="260" name="Google Shape;260;p18"/>
          <p:cNvSpPr/>
          <p:nvPr>
            <p:ph idx="6" type="pic"/>
          </p:nvPr>
        </p:nvSpPr>
        <p:spPr>
          <a:xfrm>
            <a:off x="7470863" y="1804150"/>
            <a:ext cx="1444500" cy="1451400"/>
          </a:xfrm>
          <a:prstGeom prst="rect">
            <a:avLst/>
          </a:prstGeom>
          <a:noFill/>
          <a:ln>
            <a:noFill/>
          </a:ln>
        </p:spPr>
      </p:sp>
      <p:sp>
        <p:nvSpPr>
          <p:cNvPr id="261" name="Google Shape;261;p18"/>
          <p:cNvSpPr txBox="1"/>
          <p:nvPr>
            <p:ph idx="1" type="subTitle"/>
          </p:nvPr>
        </p:nvSpPr>
        <p:spPr>
          <a:xfrm>
            <a:off x="326700" y="3482650"/>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Font typeface="Red Hat Display"/>
              <a:buNone/>
              <a:defRPr b="1" sz="1000">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p:txBody>
      </p:sp>
      <p:sp>
        <p:nvSpPr>
          <p:cNvPr id="262" name="Google Shape;262;p18"/>
          <p:cNvSpPr txBox="1"/>
          <p:nvPr>
            <p:ph idx="7" type="subTitle"/>
          </p:nvPr>
        </p:nvSpPr>
        <p:spPr>
          <a:xfrm>
            <a:off x="326700" y="3803650"/>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263" name="Google Shape;263;p18"/>
          <p:cNvSpPr txBox="1"/>
          <p:nvPr>
            <p:ph idx="8" type="subTitle"/>
          </p:nvPr>
        </p:nvSpPr>
        <p:spPr>
          <a:xfrm>
            <a:off x="2131863" y="3482650"/>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None/>
              <a:defRPr b="1" sz="1000">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264" name="Google Shape;264;p18"/>
          <p:cNvSpPr txBox="1"/>
          <p:nvPr>
            <p:ph idx="9" type="subTitle"/>
          </p:nvPr>
        </p:nvSpPr>
        <p:spPr>
          <a:xfrm>
            <a:off x="2131863" y="3803650"/>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265" name="Google Shape;265;p18"/>
          <p:cNvSpPr txBox="1"/>
          <p:nvPr>
            <p:ph idx="13" type="subTitle"/>
          </p:nvPr>
        </p:nvSpPr>
        <p:spPr>
          <a:xfrm>
            <a:off x="3945850" y="3482650"/>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Font typeface="Red Hat Display"/>
              <a:buNone/>
              <a:defRPr b="1" sz="1000">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p:txBody>
      </p:sp>
      <p:sp>
        <p:nvSpPr>
          <p:cNvPr id="266" name="Google Shape;266;p18"/>
          <p:cNvSpPr txBox="1"/>
          <p:nvPr>
            <p:ph idx="14" type="subTitle"/>
          </p:nvPr>
        </p:nvSpPr>
        <p:spPr>
          <a:xfrm>
            <a:off x="3945850" y="3803650"/>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267" name="Google Shape;267;p18"/>
          <p:cNvSpPr txBox="1"/>
          <p:nvPr>
            <p:ph idx="15" type="subTitle"/>
          </p:nvPr>
        </p:nvSpPr>
        <p:spPr>
          <a:xfrm>
            <a:off x="5753462" y="3482650"/>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Font typeface="Red Hat Display"/>
              <a:buNone/>
              <a:defRPr b="1" sz="1000">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p:txBody>
      </p:sp>
      <p:sp>
        <p:nvSpPr>
          <p:cNvPr id="268" name="Google Shape;268;p18"/>
          <p:cNvSpPr txBox="1"/>
          <p:nvPr>
            <p:ph idx="16" type="subTitle"/>
          </p:nvPr>
        </p:nvSpPr>
        <p:spPr>
          <a:xfrm>
            <a:off x="5753462" y="3803650"/>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269" name="Google Shape;269;p18"/>
          <p:cNvSpPr txBox="1"/>
          <p:nvPr>
            <p:ph idx="17" type="subTitle"/>
          </p:nvPr>
        </p:nvSpPr>
        <p:spPr>
          <a:xfrm>
            <a:off x="7569712" y="3482650"/>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Font typeface="Red Hat Display"/>
              <a:buNone/>
              <a:defRPr b="1" sz="1000">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p:txBody>
      </p:sp>
      <p:sp>
        <p:nvSpPr>
          <p:cNvPr id="270" name="Google Shape;270;p18"/>
          <p:cNvSpPr txBox="1"/>
          <p:nvPr>
            <p:ph idx="18" type="subTitle"/>
          </p:nvPr>
        </p:nvSpPr>
        <p:spPr>
          <a:xfrm>
            <a:off x="7569712" y="3803650"/>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et the team 2">
  <p:cSld name="CUSTOM_1">
    <p:spTree>
      <p:nvGrpSpPr>
        <p:cNvPr id="271" name="Shape 271"/>
        <p:cNvGrpSpPr/>
        <p:nvPr/>
      </p:nvGrpSpPr>
      <p:grpSpPr>
        <a:xfrm>
          <a:off x="0" y="0"/>
          <a:ext cx="0" cy="0"/>
          <a:chOff x="0" y="0"/>
          <a:chExt cx="0" cy="0"/>
        </a:xfrm>
      </p:grpSpPr>
      <p:sp>
        <p:nvSpPr>
          <p:cNvPr id="272" name="Google Shape;272;p19"/>
          <p:cNvSpPr txBox="1"/>
          <p:nvPr>
            <p:ph type="title"/>
          </p:nvPr>
        </p:nvSpPr>
        <p:spPr>
          <a:xfrm>
            <a:off x="228600" y="420017"/>
            <a:ext cx="64803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273" name="Google Shape;273;p19"/>
          <p:cNvSpPr/>
          <p:nvPr/>
        </p:nvSpPr>
        <p:spPr>
          <a:xfrm>
            <a:off x="4898537" y="6100"/>
            <a:ext cx="1059000" cy="9507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74" name="Google Shape;274;p19"/>
          <p:cNvSpPr/>
          <p:nvPr/>
        </p:nvSpPr>
        <p:spPr>
          <a:xfrm>
            <a:off x="5962868" y="6100"/>
            <a:ext cx="2115000" cy="9507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75" name="Google Shape;275;p19"/>
          <p:cNvSpPr/>
          <p:nvPr/>
        </p:nvSpPr>
        <p:spPr>
          <a:xfrm>
            <a:off x="8077928" y="6100"/>
            <a:ext cx="1059000" cy="9507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76" name="Google Shape;276;p19"/>
          <p:cNvSpPr/>
          <p:nvPr/>
        </p:nvSpPr>
        <p:spPr>
          <a:xfrm>
            <a:off x="3063300" y="6100"/>
            <a:ext cx="1835400" cy="9507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77" name="Google Shape;277;p19"/>
          <p:cNvSpPr/>
          <p:nvPr>
            <p:ph idx="2" type="pic"/>
          </p:nvPr>
        </p:nvSpPr>
        <p:spPr>
          <a:xfrm>
            <a:off x="228425" y="1992125"/>
            <a:ext cx="1444500" cy="1451400"/>
          </a:xfrm>
          <a:prstGeom prst="rect">
            <a:avLst/>
          </a:prstGeom>
          <a:noFill/>
          <a:ln>
            <a:noFill/>
          </a:ln>
        </p:spPr>
      </p:sp>
      <p:sp>
        <p:nvSpPr>
          <p:cNvPr id="278" name="Google Shape;278;p19"/>
          <p:cNvSpPr/>
          <p:nvPr>
            <p:ph idx="3" type="pic"/>
          </p:nvPr>
        </p:nvSpPr>
        <p:spPr>
          <a:xfrm>
            <a:off x="2039088" y="1992125"/>
            <a:ext cx="1444500" cy="1451400"/>
          </a:xfrm>
          <a:prstGeom prst="rect">
            <a:avLst/>
          </a:prstGeom>
          <a:noFill/>
          <a:ln>
            <a:noFill/>
          </a:ln>
        </p:spPr>
      </p:sp>
      <p:sp>
        <p:nvSpPr>
          <p:cNvPr id="279" name="Google Shape;279;p19"/>
          <p:cNvSpPr/>
          <p:nvPr>
            <p:ph idx="4" type="pic"/>
          </p:nvPr>
        </p:nvSpPr>
        <p:spPr>
          <a:xfrm>
            <a:off x="3849663" y="1992125"/>
            <a:ext cx="1444500" cy="1451400"/>
          </a:xfrm>
          <a:prstGeom prst="rect">
            <a:avLst/>
          </a:prstGeom>
          <a:noFill/>
          <a:ln>
            <a:noFill/>
          </a:ln>
        </p:spPr>
      </p:sp>
      <p:sp>
        <p:nvSpPr>
          <p:cNvPr id="280" name="Google Shape;280;p19"/>
          <p:cNvSpPr/>
          <p:nvPr>
            <p:ph idx="5" type="pic"/>
          </p:nvPr>
        </p:nvSpPr>
        <p:spPr>
          <a:xfrm>
            <a:off x="5660238" y="1992125"/>
            <a:ext cx="1444500" cy="1451400"/>
          </a:xfrm>
          <a:prstGeom prst="rect">
            <a:avLst/>
          </a:prstGeom>
          <a:noFill/>
          <a:ln>
            <a:noFill/>
          </a:ln>
        </p:spPr>
      </p:sp>
      <p:sp>
        <p:nvSpPr>
          <p:cNvPr id="281" name="Google Shape;281;p19"/>
          <p:cNvSpPr/>
          <p:nvPr>
            <p:ph idx="6" type="pic"/>
          </p:nvPr>
        </p:nvSpPr>
        <p:spPr>
          <a:xfrm>
            <a:off x="7470738" y="1992125"/>
            <a:ext cx="1444500" cy="1451400"/>
          </a:xfrm>
          <a:prstGeom prst="rect">
            <a:avLst/>
          </a:prstGeom>
          <a:noFill/>
          <a:ln>
            <a:noFill/>
          </a:ln>
        </p:spPr>
      </p:sp>
      <p:sp>
        <p:nvSpPr>
          <p:cNvPr id="282" name="Google Shape;282;p19"/>
          <p:cNvSpPr txBox="1"/>
          <p:nvPr>
            <p:ph idx="1" type="subTitle"/>
          </p:nvPr>
        </p:nvSpPr>
        <p:spPr>
          <a:xfrm>
            <a:off x="326700" y="1279442"/>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Font typeface="Red Hat Display"/>
              <a:buNone/>
              <a:defRPr b="1" sz="1000">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p:txBody>
      </p:sp>
      <p:sp>
        <p:nvSpPr>
          <p:cNvPr id="283" name="Google Shape;283;p19"/>
          <p:cNvSpPr txBox="1"/>
          <p:nvPr>
            <p:ph idx="7" type="subTitle"/>
          </p:nvPr>
        </p:nvSpPr>
        <p:spPr>
          <a:xfrm>
            <a:off x="326700" y="1600442"/>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284" name="Google Shape;284;p19"/>
          <p:cNvSpPr txBox="1"/>
          <p:nvPr>
            <p:ph idx="8" type="subTitle"/>
          </p:nvPr>
        </p:nvSpPr>
        <p:spPr>
          <a:xfrm>
            <a:off x="2125163" y="1279442"/>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None/>
              <a:defRPr b="1" sz="1000">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285" name="Google Shape;285;p19"/>
          <p:cNvSpPr txBox="1"/>
          <p:nvPr>
            <p:ph idx="9" type="subTitle"/>
          </p:nvPr>
        </p:nvSpPr>
        <p:spPr>
          <a:xfrm>
            <a:off x="2125163" y="1600442"/>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286" name="Google Shape;286;p19"/>
          <p:cNvSpPr txBox="1"/>
          <p:nvPr>
            <p:ph idx="13" type="subTitle"/>
          </p:nvPr>
        </p:nvSpPr>
        <p:spPr>
          <a:xfrm>
            <a:off x="3935663" y="1279442"/>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Font typeface="Red Hat Display"/>
              <a:buNone/>
              <a:defRPr b="1" sz="1000">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p:txBody>
      </p:sp>
      <p:sp>
        <p:nvSpPr>
          <p:cNvPr id="287" name="Google Shape;287;p19"/>
          <p:cNvSpPr txBox="1"/>
          <p:nvPr>
            <p:ph idx="14" type="subTitle"/>
          </p:nvPr>
        </p:nvSpPr>
        <p:spPr>
          <a:xfrm>
            <a:off x="3935663" y="1600442"/>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288" name="Google Shape;288;p19"/>
          <p:cNvSpPr txBox="1"/>
          <p:nvPr>
            <p:ph idx="15" type="subTitle"/>
          </p:nvPr>
        </p:nvSpPr>
        <p:spPr>
          <a:xfrm>
            <a:off x="5746188" y="1279442"/>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Font typeface="Red Hat Display"/>
              <a:buNone/>
              <a:defRPr b="1" sz="1000">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p:txBody>
      </p:sp>
      <p:sp>
        <p:nvSpPr>
          <p:cNvPr id="289" name="Google Shape;289;p19"/>
          <p:cNvSpPr txBox="1"/>
          <p:nvPr>
            <p:ph idx="16" type="subTitle"/>
          </p:nvPr>
        </p:nvSpPr>
        <p:spPr>
          <a:xfrm>
            <a:off x="5746188" y="1600442"/>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290" name="Google Shape;290;p19"/>
          <p:cNvSpPr txBox="1"/>
          <p:nvPr>
            <p:ph idx="17" type="subTitle"/>
          </p:nvPr>
        </p:nvSpPr>
        <p:spPr>
          <a:xfrm>
            <a:off x="7556713" y="1279442"/>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Font typeface="Red Hat Display"/>
              <a:buNone/>
              <a:defRPr b="1" sz="1000">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p:txBody>
      </p:sp>
      <p:sp>
        <p:nvSpPr>
          <p:cNvPr id="291" name="Google Shape;291;p19"/>
          <p:cNvSpPr txBox="1"/>
          <p:nvPr>
            <p:ph idx="18" type="subTitle"/>
          </p:nvPr>
        </p:nvSpPr>
        <p:spPr>
          <a:xfrm>
            <a:off x="7556713" y="1600442"/>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292" name="Google Shape;292;p19"/>
          <p:cNvSpPr txBox="1"/>
          <p:nvPr>
            <p:ph idx="19" type="body"/>
          </p:nvPr>
        </p:nvSpPr>
        <p:spPr>
          <a:xfrm>
            <a:off x="228675" y="3618600"/>
            <a:ext cx="1444500" cy="1065000"/>
          </a:xfrm>
          <a:prstGeom prst="rect">
            <a:avLst/>
          </a:prstGeom>
        </p:spPr>
        <p:txBody>
          <a:bodyPr anchorCtr="0" anchor="t" bIns="91425" lIns="0" spcFirstLastPara="1" rIns="91425" wrap="square" tIns="0">
            <a:spAutoFit/>
          </a:bodyPr>
          <a:lstStyle>
            <a:lvl1pPr indent="-279400" lvl="0" marL="457200">
              <a:spcBef>
                <a:spcPts val="0"/>
              </a:spcBef>
              <a:spcAft>
                <a:spcPts val="0"/>
              </a:spcAft>
              <a:buClr>
                <a:schemeClr val="lt1"/>
              </a:buClr>
              <a:buSzPts val="800"/>
              <a:buFont typeface="Red Hat Display"/>
              <a:buChar char="●"/>
              <a:defRPr sz="800"/>
            </a:lvl1pPr>
            <a:lvl2pPr indent="-279400" lvl="1" marL="914400">
              <a:spcBef>
                <a:spcPts val="0"/>
              </a:spcBef>
              <a:spcAft>
                <a:spcPts val="0"/>
              </a:spcAft>
              <a:buClr>
                <a:schemeClr val="lt1"/>
              </a:buClr>
              <a:buSzPts val="800"/>
              <a:buFont typeface="Red Hat Display"/>
              <a:buChar char="○"/>
              <a:defRPr sz="800"/>
            </a:lvl2pPr>
            <a:lvl3pPr indent="-279400" lvl="2" marL="1371600">
              <a:spcBef>
                <a:spcPts val="0"/>
              </a:spcBef>
              <a:spcAft>
                <a:spcPts val="0"/>
              </a:spcAft>
              <a:buClr>
                <a:schemeClr val="lt1"/>
              </a:buClr>
              <a:buSzPts val="800"/>
              <a:buFont typeface="Red Hat Display"/>
              <a:buChar char="■"/>
              <a:defRPr sz="800"/>
            </a:lvl3pPr>
            <a:lvl4pPr indent="-279400" lvl="3" marL="1828800">
              <a:spcBef>
                <a:spcPts val="0"/>
              </a:spcBef>
              <a:spcAft>
                <a:spcPts val="0"/>
              </a:spcAft>
              <a:buClr>
                <a:schemeClr val="lt1"/>
              </a:buClr>
              <a:buSzPts val="800"/>
              <a:buFont typeface="Red Hat Display"/>
              <a:buChar char="●"/>
              <a:defRPr sz="800"/>
            </a:lvl4pPr>
            <a:lvl5pPr indent="-279400" lvl="4" marL="2286000">
              <a:spcBef>
                <a:spcPts val="0"/>
              </a:spcBef>
              <a:spcAft>
                <a:spcPts val="0"/>
              </a:spcAft>
              <a:buClr>
                <a:schemeClr val="lt1"/>
              </a:buClr>
              <a:buSzPts val="800"/>
              <a:buFont typeface="Red Hat Display"/>
              <a:buChar char="○"/>
              <a:defRPr sz="800"/>
            </a:lvl5pPr>
            <a:lvl6pPr indent="-279400" lvl="5" marL="2743200">
              <a:spcBef>
                <a:spcPts val="0"/>
              </a:spcBef>
              <a:spcAft>
                <a:spcPts val="0"/>
              </a:spcAft>
              <a:buClr>
                <a:schemeClr val="lt1"/>
              </a:buClr>
              <a:buSzPts val="800"/>
              <a:buFont typeface="Red Hat Display"/>
              <a:buChar char="■"/>
              <a:defRPr sz="800"/>
            </a:lvl6pPr>
            <a:lvl7pPr indent="-279400" lvl="6" marL="3200400">
              <a:spcBef>
                <a:spcPts val="0"/>
              </a:spcBef>
              <a:spcAft>
                <a:spcPts val="0"/>
              </a:spcAft>
              <a:buClr>
                <a:schemeClr val="lt1"/>
              </a:buClr>
              <a:buSzPts val="800"/>
              <a:buFont typeface="Red Hat Display"/>
              <a:buChar char="●"/>
              <a:defRPr sz="800"/>
            </a:lvl7pPr>
            <a:lvl8pPr indent="-279400" lvl="7" marL="3657600">
              <a:spcBef>
                <a:spcPts val="0"/>
              </a:spcBef>
              <a:spcAft>
                <a:spcPts val="0"/>
              </a:spcAft>
              <a:buClr>
                <a:schemeClr val="lt1"/>
              </a:buClr>
              <a:buSzPts val="800"/>
              <a:buFont typeface="Red Hat Display"/>
              <a:buChar char="○"/>
              <a:defRPr sz="800"/>
            </a:lvl8pPr>
            <a:lvl9pPr indent="-279400" lvl="8" marL="4114800">
              <a:spcBef>
                <a:spcPts val="0"/>
              </a:spcBef>
              <a:spcAft>
                <a:spcPts val="0"/>
              </a:spcAft>
              <a:buClr>
                <a:schemeClr val="lt1"/>
              </a:buClr>
              <a:buSzPts val="800"/>
              <a:buFont typeface="Red Hat Display"/>
              <a:buChar char="■"/>
              <a:defRPr sz="800"/>
            </a:lvl9pPr>
          </a:lstStyle>
          <a:p/>
        </p:txBody>
      </p:sp>
      <p:sp>
        <p:nvSpPr>
          <p:cNvPr id="293" name="Google Shape;293;p19"/>
          <p:cNvSpPr txBox="1"/>
          <p:nvPr>
            <p:ph idx="20" type="body"/>
          </p:nvPr>
        </p:nvSpPr>
        <p:spPr>
          <a:xfrm>
            <a:off x="2039100" y="3618600"/>
            <a:ext cx="1444500" cy="1065000"/>
          </a:xfrm>
          <a:prstGeom prst="rect">
            <a:avLst/>
          </a:prstGeom>
        </p:spPr>
        <p:txBody>
          <a:bodyPr anchorCtr="0" anchor="t" bIns="91425" lIns="0" spcFirstLastPara="1" rIns="91425" wrap="square" tIns="0">
            <a:spAutoFit/>
          </a:bodyPr>
          <a:lstStyle>
            <a:lvl1pPr indent="-279400" lvl="0" marL="457200">
              <a:spcBef>
                <a:spcPts val="0"/>
              </a:spcBef>
              <a:spcAft>
                <a:spcPts val="0"/>
              </a:spcAft>
              <a:buClr>
                <a:schemeClr val="lt1"/>
              </a:buClr>
              <a:buSzPts val="800"/>
              <a:buFont typeface="Red Hat Display"/>
              <a:buChar char="●"/>
              <a:defRPr sz="800"/>
            </a:lvl1pPr>
            <a:lvl2pPr indent="-279400" lvl="1" marL="914400">
              <a:spcBef>
                <a:spcPts val="0"/>
              </a:spcBef>
              <a:spcAft>
                <a:spcPts val="0"/>
              </a:spcAft>
              <a:buClr>
                <a:schemeClr val="lt1"/>
              </a:buClr>
              <a:buSzPts val="800"/>
              <a:buFont typeface="Red Hat Display"/>
              <a:buChar char="○"/>
              <a:defRPr sz="800"/>
            </a:lvl2pPr>
            <a:lvl3pPr indent="-279400" lvl="2" marL="1371600">
              <a:spcBef>
                <a:spcPts val="0"/>
              </a:spcBef>
              <a:spcAft>
                <a:spcPts val="0"/>
              </a:spcAft>
              <a:buClr>
                <a:schemeClr val="lt1"/>
              </a:buClr>
              <a:buSzPts val="800"/>
              <a:buFont typeface="Red Hat Display"/>
              <a:buChar char="■"/>
              <a:defRPr sz="800"/>
            </a:lvl3pPr>
            <a:lvl4pPr indent="-279400" lvl="3" marL="1828800">
              <a:spcBef>
                <a:spcPts val="0"/>
              </a:spcBef>
              <a:spcAft>
                <a:spcPts val="0"/>
              </a:spcAft>
              <a:buClr>
                <a:schemeClr val="lt1"/>
              </a:buClr>
              <a:buSzPts val="800"/>
              <a:buFont typeface="Red Hat Display"/>
              <a:buChar char="●"/>
              <a:defRPr sz="800"/>
            </a:lvl4pPr>
            <a:lvl5pPr indent="-279400" lvl="4" marL="2286000">
              <a:spcBef>
                <a:spcPts val="0"/>
              </a:spcBef>
              <a:spcAft>
                <a:spcPts val="0"/>
              </a:spcAft>
              <a:buClr>
                <a:schemeClr val="lt1"/>
              </a:buClr>
              <a:buSzPts val="800"/>
              <a:buFont typeface="Red Hat Display"/>
              <a:buChar char="○"/>
              <a:defRPr sz="800"/>
            </a:lvl5pPr>
            <a:lvl6pPr indent="-279400" lvl="5" marL="2743200">
              <a:spcBef>
                <a:spcPts val="0"/>
              </a:spcBef>
              <a:spcAft>
                <a:spcPts val="0"/>
              </a:spcAft>
              <a:buClr>
                <a:schemeClr val="lt1"/>
              </a:buClr>
              <a:buSzPts val="800"/>
              <a:buFont typeface="Red Hat Display"/>
              <a:buChar char="■"/>
              <a:defRPr sz="800"/>
            </a:lvl6pPr>
            <a:lvl7pPr indent="-279400" lvl="6" marL="3200400">
              <a:spcBef>
                <a:spcPts val="0"/>
              </a:spcBef>
              <a:spcAft>
                <a:spcPts val="0"/>
              </a:spcAft>
              <a:buClr>
                <a:schemeClr val="lt1"/>
              </a:buClr>
              <a:buSzPts val="800"/>
              <a:buFont typeface="Red Hat Display"/>
              <a:buChar char="●"/>
              <a:defRPr sz="800"/>
            </a:lvl7pPr>
            <a:lvl8pPr indent="-279400" lvl="7" marL="3657600">
              <a:spcBef>
                <a:spcPts val="0"/>
              </a:spcBef>
              <a:spcAft>
                <a:spcPts val="0"/>
              </a:spcAft>
              <a:buClr>
                <a:schemeClr val="lt1"/>
              </a:buClr>
              <a:buSzPts val="800"/>
              <a:buFont typeface="Red Hat Display"/>
              <a:buChar char="○"/>
              <a:defRPr sz="800"/>
            </a:lvl8pPr>
            <a:lvl9pPr indent="-279400" lvl="8" marL="4114800">
              <a:spcBef>
                <a:spcPts val="0"/>
              </a:spcBef>
              <a:spcAft>
                <a:spcPts val="0"/>
              </a:spcAft>
              <a:buClr>
                <a:schemeClr val="lt1"/>
              </a:buClr>
              <a:buSzPts val="800"/>
              <a:buFont typeface="Red Hat Display"/>
              <a:buChar char="■"/>
              <a:defRPr sz="800"/>
            </a:lvl9pPr>
          </a:lstStyle>
          <a:p/>
        </p:txBody>
      </p:sp>
      <p:sp>
        <p:nvSpPr>
          <p:cNvPr id="294" name="Google Shape;294;p19"/>
          <p:cNvSpPr txBox="1"/>
          <p:nvPr>
            <p:ph idx="21" type="body"/>
          </p:nvPr>
        </p:nvSpPr>
        <p:spPr>
          <a:xfrm>
            <a:off x="3849525" y="3618600"/>
            <a:ext cx="1444500" cy="1065000"/>
          </a:xfrm>
          <a:prstGeom prst="rect">
            <a:avLst/>
          </a:prstGeom>
        </p:spPr>
        <p:txBody>
          <a:bodyPr anchorCtr="0" anchor="t" bIns="91425" lIns="0" spcFirstLastPara="1" rIns="91425" wrap="square" tIns="0">
            <a:sp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Char char="○"/>
              <a:defRPr sz="800"/>
            </a:lvl2pPr>
            <a:lvl3pPr indent="-279400" lvl="2" marL="1371600">
              <a:lnSpc>
                <a:spcPct val="100000"/>
              </a:lnSpc>
              <a:spcBef>
                <a:spcPts val="0"/>
              </a:spcBef>
              <a:spcAft>
                <a:spcPts val="0"/>
              </a:spcAft>
              <a:buSzPts val="800"/>
              <a:buChar char="■"/>
              <a:defRPr sz="800"/>
            </a:lvl3pPr>
            <a:lvl4pPr indent="-279400" lvl="3" marL="1828800">
              <a:lnSpc>
                <a:spcPct val="100000"/>
              </a:lnSpc>
              <a:spcBef>
                <a:spcPts val="0"/>
              </a:spcBef>
              <a:spcAft>
                <a:spcPts val="0"/>
              </a:spcAft>
              <a:buSzPts val="800"/>
              <a:buChar char="●"/>
              <a:defRPr sz="800"/>
            </a:lvl4pPr>
            <a:lvl5pPr indent="-279400" lvl="4" marL="2286000">
              <a:lnSpc>
                <a:spcPct val="100000"/>
              </a:lnSpc>
              <a:spcBef>
                <a:spcPts val="0"/>
              </a:spcBef>
              <a:spcAft>
                <a:spcPts val="0"/>
              </a:spcAft>
              <a:buSzPts val="800"/>
              <a:buChar char="○"/>
              <a:defRPr sz="800"/>
            </a:lvl5pPr>
            <a:lvl6pPr indent="-279400" lvl="5" marL="2743200">
              <a:lnSpc>
                <a:spcPct val="100000"/>
              </a:lnSpc>
              <a:spcBef>
                <a:spcPts val="0"/>
              </a:spcBef>
              <a:spcAft>
                <a:spcPts val="0"/>
              </a:spcAft>
              <a:buSzPts val="800"/>
              <a:buChar char="■"/>
              <a:defRPr sz="800"/>
            </a:lvl6pPr>
            <a:lvl7pPr indent="-279400" lvl="6" marL="3200400">
              <a:lnSpc>
                <a:spcPct val="100000"/>
              </a:lnSpc>
              <a:spcBef>
                <a:spcPts val="0"/>
              </a:spcBef>
              <a:spcAft>
                <a:spcPts val="0"/>
              </a:spcAft>
              <a:buSzPts val="800"/>
              <a:buChar char="●"/>
              <a:defRPr sz="800"/>
            </a:lvl7pPr>
            <a:lvl8pPr indent="-279400" lvl="7" marL="3657600">
              <a:lnSpc>
                <a:spcPct val="100000"/>
              </a:lnSpc>
              <a:spcBef>
                <a:spcPts val="0"/>
              </a:spcBef>
              <a:spcAft>
                <a:spcPts val="0"/>
              </a:spcAft>
              <a:buSzPts val="800"/>
              <a:buChar char="○"/>
              <a:defRPr sz="800"/>
            </a:lvl8pPr>
            <a:lvl9pPr indent="-279400" lvl="8" marL="4114800">
              <a:lnSpc>
                <a:spcPct val="100000"/>
              </a:lnSpc>
              <a:spcBef>
                <a:spcPts val="0"/>
              </a:spcBef>
              <a:spcAft>
                <a:spcPts val="0"/>
              </a:spcAft>
              <a:buSzPts val="800"/>
              <a:buChar char="■"/>
              <a:defRPr sz="800"/>
            </a:lvl9pPr>
          </a:lstStyle>
          <a:p/>
        </p:txBody>
      </p:sp>
      <p:sp>
        <p:nvSpPr>
          <p:cNvPr id="295" name="Google Shape;295;p19"/>
          <p:cNvSpPr txBox="1"/>
          <p:nvPr>
            <p:ph idx="22" type="body"/>
          </p:nvPr>
        </p:nvSpPr>
        <p:spPr>
          <a:xfrm>
            <a:off x="5659950" y="3618600"/>
            <a:ext cx="1444500" cy="1065000"/>
          </a:xfrm>
          <a:prstGeom prst="rect">
            <a:avLst/>
          </a:prstGeom>
        </p:spPr>
        <p:txBody>
          <a:bodyPr anchorCtr="0" anchor="t" bIns="91425" lIns="0" spcFirstLastPara="1" rIns="91425" wrap="square" tIns="0">
            <a:spAutoFit/>
          </a:bodyPr>
          <a:lstStyle>
            <a:lvl1pPr indent="-279400" lvl="0" marL="457200">
              <a:spcBef>
                <a:spcPts val="0"/>
              </a:spcBef>
              <a:spcAft>
                <a:spcPts val="0"/>
              </a:spcAft>
              <a:buClr>
                <a:schemeClr val="lt1"/>
              </a:buClr>
              <a:buSzPts val="800"/>
              <a:buFont typeface="Red Hat Display"/>
              <a:buChar char="●"/>
              <a:defRPr sz="800"/>
            </a:lvl1pPr>
            <a:lvl2pPr indent="-279400" lvl="1" marL="914400">
              <a:spcBef>
                <a:spcPts val="0"/>
              </a:spcBef>
              <a:spcAft>
                <a:spcPts val="0"/>
              </a:spcAft>
              <a:buClr>
                <a:schemeClr val="lt1"/>
              </a:buClr>
              <a:buSzPts val="800"/>
              <a:buFont typeface="Red Hat Display"/>
              <a:buChar char="○"/>
              <a:defRPr sz="800"/>
            </a:lvl2pPr>
            <a:lvl3pPr indent="-279400" lvl="2" marL="1371600">
              <a:spcBef>
                <a:spcPts val="0"/>
              </a:spcBef>
              <a:spcAft>
                <a:spcPts val="0"/>
              </a:spcAft>
              <a:buClr>
                <a:schemeClr val="lt1"/>
              </a:buClr>
              <a:buSzPts val="800"/>
              <a:buFont typeface="Red Hat Display"/>
              <a:buChar char="■"/>
              <a:defRPr sz="800"/>
            </a:lvl3pPr>
            <a:lvl4pPr indent="-279400" lvl="3" marL="1828800">
              <a:spcBef>
                <a:spcPts val="0"/>
              </a:spcBef>
              <a:spcAft>
                <a:spcPts val="0"/>
              </a:spcAft>
              <a:buClr>
                <a:schemeClr val="lt1"/>
              </a:buClr>
              <a:buSzPts val="800"/>
              <a:buFont typeface="Red Hat Display"/>
              <a:buChar char="●"/>
              <a:defRPr sz="800"/>
            </a:lvl4pPr>
            <a:lvl5pPr indent="-279400" lvl="4" marL="2286000">
              <a:spcBef>
                <a:spcPts val="0"/>
              </a:spcBef>
              <a:spcAft>
                <a:spcPts val="0"/>
              </a:spcAft>
              <a:buClr>
                <a:schemeClr val="lt1"/>
              </a:buClr>
              <a:buSzPts val="800"/>
              <a:buFont typeface="Red Hat Display"/>
              <a:buChar char="○"/>
              <a:defRPr sz="800"/>
            </a:lvl5pPr>
            <a:lvl6pPr indent="-279400" lvl="5" marL="2743200">
              <a:spcBef>
                <a:spcPts val="0"/>
              </a:spcBef>
              <a:spcAft>
                <a:spcPts val="0"/>
              </a:spcAft>
              <a:buClr>
                <a:schemeClr val="lt1"/>
              </a:buClr>
              <a:buSzPts val="800"/>
              <a:buFont typeface="Red Hat Display"/>
              <a:buChar char="■"/>
              <a:defRPr sz="800"/>
            </a:lvl6pPr>
            <a:lvl7pPr indent="-279400" lvl="6" marL="3200400">
              <a:spcBef>
                <a:spcPts val="0"/>
              </a:spcBef>
              <a:spcAft>
                <a:spcPts val="0"/>
              </a:spcAft>
              <a:buClr>
                <a:schemeClr val="lt1"/>
              </a:buClr>
              <a:buSzPts val="800"/>
              <a:buFont typeface="Red Hat Display"/>
              <a:buChar char="●"/>
              <a:defRPr sz="800"/>
            </a:lvl7pPr>
            <a:lvl8pPr indent="-279400" lvl="7" marL="3657600">
              <a:spcBef>
                <a:spcPts val="0"/>
              </a:spcBef>
              <a:spcAft>
                <a:spcPts val="0"/>
              </a:spcAft>
              <a:buClr>
                <a:schemeClr val="lt1"/>
              </a:buClr>
              <a:buSzPts val="800"/>
              <a:buFont typeface="Red Hat Display"/>
              <a:buChar char="○"/>
              <a:defRPr sz="800"/>
            </a:lvl8pPr>
            <a:lvl9pPr indent="-279400" lvl="8" marL="4114800">
              <a:spcBef>
                <a:spcPts val="0"/>
              </a:spcBef>
              <a:spcAft>
                <a:spcPts val="0"/>
              </a:spcAft>
              <a:buClr>
                <a:schemeClr val="lt1"/>
              </a:buClr>
              <a:buSzPts val="800"/>
              <a:buFont typeface="Red Hat Display"/>
              <a:buChar char="■"/>
              <a:defRPr sz="800"/>
            </a:lvl9pPr>
          </a:lstStyle>
          <a:p/>
        </p:txBody>
      </p:sp>
      <p:sp>
        <p:nvSpPr>
          <p:cNvPr id="296" name="Google Shape;296;p19"/>
          <p:cNvSpPr txBox="1"/>
          <p:nvPr>
            <p:ph idx="23" type="body"/>
          </p:nvPr>
        </p:nvSpPr>
        <p:spPr>
          <a:xfrm>
            <a:off x="7470375" y="3618600"/>
            <a:ext cx="1444500" cy="1065000"/>
          </a:xfrm>
          <a:prstGeom prst="rect">
            <a:avLst/>
          </a:prstGeom>
        </p:spPr>
        <p:txBody>
          <a:bodyPr anchorCtr="0" anchor="t" bIns="91425" lIns="0" spcFirstLastPara="1" rIns="91425" wrap="square" tIns="0">
            <a:spAutoFit/>
          </a:bodyPr>
          <a:lstStyle>
            <a:lvl1pPr indent="-279400" lvl="0" marL="457200">
              <a:spcBef>
                <a:spcPts val="0"/>
              </a:spcBef>
              <a:spcAft>
                <a:spcPts val="0"/>
              </a:spcAft>
              <a:buClr>
                <a:schemeClr val="lt1"/>
              </a:buClr>
              <a:buSzPts val="800"/>
              <a:buFont typeface="Red Hat Display"/>
              <a:buChar char="●"/>
              <a:defRPr sz="800"/>
            </a:lvl1pPr>
            <a:lvl2pPr indent="-279400" lvl="1" marL="914400">
              <a:spcBef>
                <a:spcPts val="0"/>
              </a:spcBef>
              <a:spcAft>
                <a:spcPts val="0"/>
              </a:spcAft>
              <a:buClr>
                <a:schemeClr val="lt1"/>
              </a:buClr>
              <a:buSzPts val="800"/>
              <a:buFont typeface="Red Hat Display"/>
              <a:buChar char="○"/>
              <a:defRPr sz="800"/>
            </a:lvl2pPr>
            <a:lvl3pPr indent="-279400" lvl="2" marL="1371600">
              <a:spcBef>
                <a:spcPts val="0"/>
              </a:spcBef>
              <a:spcAft>
                <a:spcPts val="0"/>
              </a:spcAft>
              <a:buClr>
                <a:schemeClr val="lt1"/>
              </a:buClr>
              <a:buSzPts val="800"/>
              <a:buFont typeface="Red Hat Display"/>
              <a:buChar char="■"/>
              <a:defRPr sz="800"/>
            </a:lvl3pPr>
            <a:lvl4pPr indent="-279400" lvl="3" marL="1828800">
              <a:spcBef>
                <a:spcPts val="0"/>
              </a:spcBef>
              <a:spcAft>
                <a:spcPts val="0"/>
              </a:spcAft>
              <a:buClr>
                <a:schemeClr val="lt1"/>
              </a:buClr>
              <a:buSzPts val="800"/>
              <a:buFont typeface="Red Hat Display"/>
              <a:buChar char="●"/>
              <a:defRPr sz="800"/>
            </a:lvl4pPr>
            <a:lvl5pPr indent="-279400" lvl="4" marL="2286000">
              <a:spcBef>
                <a:spcPts val="0"/>
              </a:spcBef>
              <a:spcAft>
                <a:spcPts val="0"/>
              </a:spcAft>
              <a:buClr>
                <a:schemeClr val="lt1"/>
              </a:buClr>
              <a:buSzPts val="800"/>
              <a:buFont typeface="Red Hat Display"/>
              <a:buChar char="○"/>
              <a:defRPr sz="800"/>
            </a:lvl5pPr>
            <a:lvl6pPr indent="-279400" lvl="5" marL="2743200">
              <a:spcBef>
                <a:spcPts val="0"/>
              </a:spcBef>
              <a:spcAft>
                <a:spcPts val="0"/>
              </a:spcAft>
              <a:buClr>
                <a:schemeClr val="lt1"/>
              </a:buClr>
              <a:buSzPts val="800"/>
              <a:buFont typeface="Red Hat Display"/>
              <a:buChar char="■"/>
              <a:defRPr sz="800"/>
            </a:lvl6pPr>
            <a:lvl7pPr indent="-279400" lvl="6" marL="3200400">
              <a:spcBef>
                <a:spcPts val="0"/>
              </a:spcBef>
              <a:spcAft>
                <a:spcPts val="0"/>
              </a:spcAft>
              <a:buClr>
                <a:schemeClr val="lt1"/>
              </a:buClr>
              <a:buSzPts val="800"/>
              <a:buFont typeface="Red Hat Display"/>
              <a:buChar char="●"/>
              <a:defRPr sz="800"/>
            </a:lvl7pPr>
            <a:lvl8pPr indent="-279400" lvl="7" marL="3657600">
              <a:spcBef>
                <a:spcPts val="0"/>
              </a:spcBef>
              <a:spcAft>
                <a:spcPts val="0"/>
              </a:spcAft>
              <a:buClr>
                <a:schemeClr val="lt1"/>
              </a:buClr>
              <a:buSzPts val="800"/>
              <a:buFont typeface="Red Hat Display"/>
              <a:buChar char="○"/>
              <a:defRPr sz="800"/>
            </a:lvl8pPr>
            <a:lvl9pPr indent="-279400" lvl="8" marL="4114800">
              <a:spcBef>
                <a:spcPts val="0"/>
              </a:spcBef>
              <a:spcAft>
                <a:spcPts val="0"/>
              </a:spcAft>
              <a:buClr>
                <a:schemeClr val="lt1"/>
              </a:buClr>
              <a:buSzPts val="800"/>
              <a:buFont typeface="Red Hat Display"/>
              <a:buChar char="■"/>
              <a:defRPr sz="8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BLANK_1_1_1_1">
    <p:spTree>
      <p:nvGrpSpPr>
        <p:cNvPr id="297" name="Shape 297"/>
        <p:cNvGrpSpPr/>
        <p:nvPr/>
      </p:nvGrpSpPr>
      <p:grpSpPr>
        <a:xfrm>
          <a:off x="0" y="0"/>
          <a:ext cx="0" cy="0"/>
          <a:chOff x="0" y="0"/>
          <a:chExt cx="0" cy="0"/>
        </a:xfrm>
      </p:grpSpPr>
      <p:sp>
        <p:nvSpPr>
          <p:cNvPr id="298" name="Google Shape;298;p20"/>
          <p:cNvSpPr txBox="1"/>
          <p:nvPr>
            <p:ph type="title"/>
          </p:nvPr>
        </p:nvSpPr>
        <p:spPr>
          <a:xfrm>
            <a:off x="228600" y="420017"/>
            <a:ext cx="64803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blocks">
  <p:cSld name="BLANK_1_1_1_1_3">
    <p:spTree>
      <p:nvGrpSpPr>
        <p:cNvPr id="299" name="Shape 299"/>
        <p:cNvGrpSpPr/>
        <p:nvPr/>
      </p:nvGrpSpPr>
      <p:grpSpPr>
        <a:xfrm>
          <a:off x="0" y="0"/>
          <a:ext cx="0" cy="0"/>
          <a:chOff x="0" y="0"/>
          <a:chExt cx="0" cy="0"/>
        </a:xfrm>
      </p:grpSpPr>
      <p:sp>
        <p:nvSpPr>
          <p:cNvPr id="300" name="Google Shape;300;p21"/>
          <p:cNvSpPr txBox="1"/>
          <p:nvPr>
            <p:ph idx="1" type="subTitle"/>
          </p:nvPr>
        </p:nvSpPr>
        <p:spPr>
          <a:xfrm>
            <a:off x="424600" y="1730976"/>
            <a:ext cx="2484300" cy="1983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200"/>
              <a:buFont typeface="Red Hat Display"/>
              <a:buNone/>
              <a:defRPr b="1"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301" name="Google Shape;301;p21"/>
          <p:cNvSpPr txBox="1"/>
          <p:nvPr>
            <p:ph idx="2" type="body"/>
          </p:nvPr>
        </p:nvSpPr>
        <p:spPr>
          <a:xfrm>
            <a:off x="424600" y="1984850"/>
            <a:ext cx="2466300" cy="959400"/>
          </a:xfrm>
          <a:prstGeom prst="rect">
            <a:avLst/>
          </a:prstGeom>
        </p:spPr>
        <p:txBody>
          <a:bodyPr anchorCtr="0" anchor="t" bIns="91425" lIns="0" spcFirstLastPara="1" rIns="91425"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
        <p:nvSpPr>
          <p:cNvPr id="302" name="Google Shape;302;p21"/>
          <p:cNvSpPr txBox="1"/>
          <p:nvPr>
            <p:ph idx="3" type="subTitle"/>
          </p:nvPr>
        </p:nvSpPr>
        <p:spPr>
          <a:xfrm>
            <a:off x="3329688" y="1730976"/>
            <a:ext cx="2484300" cy="1983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200"/>
              <a:buFont typeface="Red Hat Display"/>
              <a:buNone/>
              <a:defRPr b="1"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303" name="Google Shape;303;p21"/>
          <p:cNvSpPr txBox="1"/>
          <p:nvPr>
            <p:ph idx="4" type="body"/>
          </p:nvPr>
        </p:nvSpPr>
        <p:spPr>
          <a:xfrm>
            <a:off x="3329688" y="1984850"/>
            <a:ext cx="2466300" cy="959400"/>
          </a:xfrm>
          <a:prstGeom prst="rect">
            <a:avLst/>
          </a:prstGeom>
        </p:spPr>
        <p:txBody>
          <a:bodyPr anchorCtr="0" anchor="t" bIns="91425" lIns="0" spcFirstLastPara="1" rIns="91425"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
        <p:nvSpPr>
          <p:cNvPr id="304" name="Google Shape;304;p21"/>
          <p:cNvSpPr txBox="1"/>
          <p:nvPr>
            <p:ph idx="5" type="subTitle"/>
          </p:nvPr>
        </p:nvSpPr>
        <p:spPr>
          <a:xfrm>
            <a:off x="6237091" y="1730976"/>
            <a:ext cx="2484300" cy="1983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200"/>
              <a:buFont typeface="Red Hat Display"/>
              <a:buNone/>
              <a:defRPr b="1"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305" name="Google Shape;305;p21"/>
          <p:cNvSpPr txBox="1"/>
          <p:nvPr>
            <p:ph idx="6" type="body"/>
          </p:nvPr>
        </p:nvSpPr>
        <p:spPr>
          <a:xfrm>
            <a:off x="6237091" y="1984850"/>
            <a:ext cx="2466300" cy="959400"/>
          </a:xfrm>
          <a:prstGeom prst="rect">
            <a:avLst/>
          </a:prstGeom>
        </p:spPr>
        <p:txBody>
          <a:bodyPr anchorCtr="0" anchor="t" bIns="91425" lIns="0" spcFirstLastPara="1" rIns="91425"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
        <p:nvSpPr>
          <p:cNvPr id="306" name="Google Shape;306;p21"/>
          <p:cNvSpPr txBox="1"/>
          <p:nvPr>
            <p:ph type="title"/>
          </p:nvPr>
        </p:nvSpPr>
        <p:spPr>
          <a:xfrm>
            <a:off x="228600" y="420025"/>
            <a:ext cx="48177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307" name="Google Shape;307;p21"/>
          <p:cNvSpPr txBox="1"/>
          <p:nvPr>
            <p:ph idx="7" type="subTitle"/>
          </p:nvPr>
        </p:nvSpPr>
        <p:spPr>
          <a:xfrm>
            <a:off x="424600" y="3474395"/>
            <a:ext cx="2484300" cy="1983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200"/>
              <a:buFont typeface="Red Hat Display"/>
              <a:buNone/>
              <a:defRPr b="1"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308" name="Google Shape;308;p21"/>
          <p:cNvSpPr txBox="1"/>
          <p:nvPr>
            <p:ph idx="8" type="body"/>
          </p:nvPr>
        </p:nvSpPr>
        <p:spPr>
          <a:xfrm>
            <a:off x="424600" y="3724325"/>
            <a:ext cx="3718800" cy="414600"/>
          </a:xfrm>
          <a:prstGeom prst="rect">
            <a:avLst/>
          </a:prstGeom>
        </p:spPr>
        <p:txBody>
          <a:bodyPr anchorCtr="0" anchor="t" bIns="91425" lIns="0" spcFirstLastPara="1" rIns="91425"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
        <p:nvSpPr>
          <p:cNvPr id="309" name="Google Shape;309;p21"/>
          <p:cNvSpPr txBox="1"/>
          <p:nvPr>
            <p:ph idx="9" type="subTitle"/>
          </p:nvPr>
        </p:nvSpPr>
        <p:spPr>
          <a:xfrm>
            <a:off x="4815675" y="3474395"/>
            <a:ext cx="2484300" cy="1983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200"/>
              <a:buFont typeface="Red Hat Display"/>
              <a:buNone/>
              <a:defRPr b="1"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310" name="Google Shape;310;p21"/>
          <p:cNvSpPr txBox="1"/>
          <p:nvPr>
            <p:ph idx="13" type="body"/>
          </p:nvPr>
        </p:nvSpPr>
        <p:spPr>
          <a:xfrm>
            <a:off x="4815675" y="3724325"/>
            <a:ext cx="3718800" cy="414600"/>
          </a:xfrm>
          <a:prstGeom prst="rect">
            <a:avLst/>
          </a:prstGeom>
        </p:spPr>
        <p:txBody>
          <a:bodyPr anchorCtr="0" anchor="t" bIns="91425" lIns="0" spcFirstLastPara="1" rIns="91425"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eatures">
  <p:cSld name="BLANK_1_1_1_1_2">
    <p:spTree>
      <p:nvGrpSpPr>
        <p:cNvPr id="311" name="Shape 311"/>
        <p:cNvGrpSpPr/>
        <p:nvPr/>
      </p:nvGrpSpPr>
      <p:grpSpPr>
        <a:xfrm>
          <a:off x="0" y="0"/>
          <a:ext cx="0" cy="0"/>
          <a:chOff x="0" y="0"/>
          <a:chExt cx="0" cy="0"/>
        </a:xfrm>
      </p:grpSpPr>
      <p:sp>
        <p:nvSpPr>
          <p:cNvPr id="312" name="Google Shape;312;p22"/>
          <p:cNvSpPr txBox="1"/>
          <p:nvPr>
            <p:ph type="title"/>
          </p:nvPr>
        </p:nvSpPr>
        <p:spPr>
          <a:xfrm>
            <a:off x="228600" y="420017"/>
            <a:ext cx="64803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313" name="Google Shape;313;p22"/>
          <p:cNvSpPr/>
          <p:nvPr>
            <p:ph idx="2" type="pic"/>
          </p:nvPr>
        </p:nvSpPr>
        <p:spPr>
          <a:xfrm>
            <a:off x="1446025" y="1291825"/>
            <a:ext cx="1232400" cy="1283100"/>
          </a:xfrm>
          <a:prstGeom prst="snip1Rect">
            <a:avLst>
              <a:gd fmla="val 44296" name="adj"/>
            </a:avLst>
          </a:prstGeom>
          <a:noFill/>
          <a:ln>
            <a:noFill/>
          </a:ln>
        </p:spPr>
      </p:sp>
      <p:sp>
        <p:nvSpPr>
          <p:cNvPr id="314" name="Google Shape;314;p22"/>
          <p:cNvSpPr/>
          <p:nvPr>
            <p:ph idx="3" type="pic"/>
          </p:nvPr>
        </p:nvSpPr>
        <p:spPr>
          <a:xfrm>
            <a:off x="6526650" y="1291825"/>
            <a:ext cx="1232400" cy="1283100"/>
          </a:xfrm>
          <a:prstGeom prst="snip1Rect">
            <a:avLst>
              <a:gd fmla="val 44296" name="adj"/>
            </a:avLst>
          </a:prstGeom>
          <a:noFill/>
          <a:ln>
            <a:noFill/>
          </a:ln>
        </p:spPr>
      </p:sp>
      <p:sp>
        <p:nvSpPr>
          <p:cNvPr id="315" name="Google Shape;315;p22"/>
          <p:cNvSpPr/>
          <p:nvPr>
            <p:ph idx="4" type="pic"/>
          </p:nvPr>
        </p:nvSpPr>
        <p:spPr>
          <a:xfrm>
            <a:off x="3982125" y="2570200"/>
            <a:ext cx="1232400" cy="1292100"/>
          </a:xfrm>
          <a:prstGeom prst="snip1Rect">
            <a:avLst>
              <a:gd fmla="val 44296" name="adj"/>
            </a:avLst>
          </a:prstGeom>
          <a:noFill/>
          <a:ln>
            <a:noFill/>
          </a:ln>
        </p:spPr>
      </p:sp>
      <p:sp>
        <p:nvSpPr>
          <p:cNvPr id="316" name="Google Shape;316;p22"/>
          <p:cNvSpPr txBox="1"/>
          <p:nvPr>
            <p:ph idx="1" type="subTitle"/>
          </p:nvPr>
        </p:nvSpPr>
        <p:spPr>
          <a:xfrm>
            <a:off x="228477" y="2667425"/>
            <a:ext cx="1947300" cy="301500"/>
          </a:xfrm>
          <a:prstGeom prst="rect">
            <a:avLst/>
          </a:prstGeom>
        </p:spPr>
        <p:txBody>
          <a:bodyPr anchorCtr="0" anchor="b" bIns="0" lIns="0" spcFirstLastPara="1" rIns="91425" wrap="square" tIns="91425">
            <a:noAutofit/>
          </a:bodyPr>
          <a:lstStyle>
            <a:lvl1pPr lvl="0">
              <a:spcBef>
                <a:spcPts val="0"/>
              </a:spcBef>
              <a:spcAft>
                <a:spcPts val="0"/>
              </a:spcAft>
              <a:buClr>
                <a:schemeClr val="lt1"/>
              </a:buClr>
              <a:buSzPts val="1200"/>
              <a:buFont typeface="Red Hat Display"/>
              <a:buNone/>
              <a:defRPr b="1" sz="12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17" name="Google Shape;317;p22"/>
          <p:cNvSpPr txBox="1"/>
          <p:nvPr>
            <p:ph idx="5" type="subTitle"/>
          </p:nvPr>
        </p:nvSpPr>
        <p:spPr>
          <a:xfrm>
            <a:off x="228475" y="3167625"/>
            <a:ext cx="2195100" cy="690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900"/>
              <a:buFont typeface="Red Hat Display"/>
              <a:buNone/>
              <a:defRPr sz="900"/>
            </a:lvl2pPr>
            <a:lvl3pPr lvl="2">
              <a:spcBef>
                <a:spcPts val="0"/>
              </a:spcBef>
              <a:spcAft>
                <a:spcPts val="0"/>
              </a:spcAft>
              <a:buClr>
                <a:schemeClr val="lt1"/>
              </a:buClr>
              <a:buSzPts val="900"/>
              <a:buFont typeface="Red Hat Display"/>
              <a:buNone/>
              <a:defRPr sz="900"/>
            </a:lvl3pPr>
            <a:lvl4pPr lvl="3">
              <a:spcBef>
                <a:spcPts val="0"/>
              </a:spcBef>
              <a:spcAft>
                <a:spcPts val="0"/>
              </a:spcAft>
              <a:buClr>
                <a:schemeClr val="lt1"/>
              </a:buClr>
              <a:buSzPts val="900"/>
              <a:buFont typeface="Red Hat Display"/>
              <a:buNone/>
              <a:defRPr sz="900"/>
            </a:lvl4pPr>
            <a:lvl5pPr lvl="4">
              <a:spcBef>
                <a:spcPts val="0"/>
              </a:spcBef>
              <a:spcAft>
                <a:spcPts val="0"/>
              </a:spcAft>
              <a:buClr>
                <a:schemeClr val="lt1"/>
              </a:buClr>
              <a:buSzPts val="900"/>
              <a:buFont typeface="Red Hat Display"/>
              <a:buNone/>
              <a:defRPr sz="900"/>
            </a:lvl5pPr>
            <a:lvl6pPr lvl="5">
              <a:spcBef>
                <a:spcPts val="0"/>
              </a:spcBef>
              <a:spcAft>
                <a:spcPts val="0"/>
              </a:spcAft>
              <a:buClr>
                <a:schemeClr val="lt1"/>
              </a:buClr>
              <a:buSzPts val="900"/>
              <a:buFont typeface="Red Hat Display"/>
              <a:buNone/>
              <a:defRPr sz="900"/>
            </a:lvl6pPr>
            <a:lvl7pPr lvl="6">
              <a:spcBef>
                <a:spcPts val="0"/>
              </a:spcBef>
              <a:spcAft>
                <a:spcPts val="0"/>
              </a:spcAft>
              <a:buClr>
                <a:schemeClr val="lt1"/>
              </a:buClr>
              <a:buSzPts val="900"/>
              <a:buFont typeface="Red Hat Display"/>
              <a:buNone/>
              <a:defRPr sz="900"/>
            </a:lvl7pPr>
            <a:lvl8pPr lvl="7">
              <a:spcBef>
                <a:spcPts val="0"/>
              </a:spcBef>
              <a:spcAft>
                <a:spcPts val="0"/>
              </a:spcAft>
              <a:buClr>
                <a:schemeClr val="lt1"/>
              </a:buClr>
              <a:buSzPts val="900"/>
              <a:buFont typeface="Red Hat Display"/>
              <a:buNone/>
              <a:defRPr sz="900"/>
            </a:lvl8pPr>
            <a:lvl9pPr lvl="8">
              <a:spcBef>
                <a:spcPts val="0"/>
              </a:spcBef>
              <a:spcAft>
                <a:spcPts val="0"/>
              </a:spcAft>
              <a:buClr>
                <a:schemeClr val="lt1"/>
              </a:buClr>
              <a:buSzPts val="900"/>
              <a:buFont typeface="Red Hat Display"/>
              <a:buNone/>
              <a:defRPr sz="900"/>
            </a:lvl9pPr>
          </a:lstStyle>
          <a:p/>
        </p:txBody>
      </p:sp>
      <p:sp>
        <p:nvSpPr>
          <p:cNvPr id="318" name="Google Shape;318;p22"/>
          <p:cNvSpPr txBox="1"/>
          <p:nvPr>
            <p:ph idx="6" type="subTitle"/>
          </p:nvPr>
        </p:nvSpPr>
        <p:spPr>
          <a:xfrm>
            <a:off x="2833342" y="3971788"/>
            <a:ext cx="1947300" cy="301500"/>
          </a:xfrm>
          <a:prstGeom prst="rect">
            <a:avLst/>
          </a:prstGeom>
        </p:spPr>
        <p:txBody>
          <a:bodyPr anchorCtr="0" anchor="b" bIns="0" lIns="0" spcFirstLastPara="1" rIns="91425" wrap="square" tIns="91425">
            <a:noAutofit/>
          </a:bodyPr>
          <a:lstStyle>
            <a:lvl1pPr lvl="0">
              <a:spcBef>
                <a:spcPts val="0"/>
              </a:spcBef>
              <a:spcAft>
                <a:spcPts val="0"/>
              </a:spcAft>
              <a:buSzPts val="1200"/>
              <a:buNone/>
              <a:defRPr b="1" sz="1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9" name="Google Shape;319;p22"/>
          <p:cNvSpPr txBox="1"/>
          <p:nvPr>
            <p:ph idx="7" type="subTitle"/>
          </p:nvPr>
        </p:nvSpPr>
        <p:spPr>
          <a:xfrm>
            <a:off x="2833350" y="4471996"/>
            <a:ext cx="2195100" cy="440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900"/>
              <a:buFont typeface="Red Hat Display"/>
              <a:buNone/>
              <a:defRPr sz="900"/>
            </a:lvl2pPr>
            <a:lvl3pPr lvl="2">
              <a:spcBef>
                <a:spcPts val="0"/>
              </a:spcBef>
              <a:spcAft>
                <a:spcPts val="0"/>
              </a:spcAft>
              <a:buClr>
                <a:schemeClr val="lt1"/>
              </a:buClr>
              <a:buSzPts val="900"/>
              <a:buFont typeface="Red Hat Display"/>
              <a:buNone/>
              <a:defRPr sz="900"/>
            </a:lvl3pPr>
            <a:lvl4pPr lvl="3">
              <a:spcBef>
                <a:spcPts val="0"/>
              </a:spcBef>
              <a:spcAft>
                <a:spcPts val="0"/>
              </a:spcAft>
              <a:buClr>
                <a:schemeClr val="lt1"/>
              </a:buClr>
              <a:buSzPts val="900"/>
              <a:buFont typeface="Red Hat Display"/>
              <a:buNone/>
              <a:defRPr sz="900"/>
            </a:lvl4pPr>
            <a:lvl5pPr lvl="4">
              <a:spcBef>
                <a:spcPts val="0"/>
              </a:spcBef>
              <a:spcAft>
                <a:spcPts val="0"/>
              </a:spcAft>
              <a:buClr>
                <a:schemeClr val="lt1"/>
              </a:buClr>
              <a:buSzPts val="900"/>
              <a:buFont typeface="Red Hat Display"/>
              <a:buNone/>
              <a:defRPr sz="900"/>
            </a:lvl5pPr>
            <a:lvl6pPr lvl="5">
              <a:spcBef>
                <a:spcPts val="0"/>
              </a:spcBef>
              <a:spcAft>
                <a:spcPts val="0"/>
              </a:spcAft>
              <a:buClr>
                <a:schemeClr val="lt1"/>
              </a:buClr>
              <a:buSzPts val="900"/>
              <a:buFont typeface="Red Hat Display"/>
              <a:buNone/>
              <a:defRPr sz="900"/>
            </a:lvl6pPr>
            <a:lvl7pPr lvl="6">
              <a:spcBef>
                <a:spcPts val="0"/>
              </a:spcBef>
              <a:spcAft>
                <a:spcPts val="0"/>
              </a:spcAft>
              <a:buClr>
                <a:schemeClr val="lt1"/>
              </a:buClr>
              <a:buSzPts val="900"/>
              <a:buFont typeface="Red Hat Display"/>
              <a:buNone/>
              <a:defRPr sz="900"/>
            </a:lvl7pPr>
            <a:lvl8pPr lvl="7">
              <a:spcBef>
                <a:spcPts val="0"/>
              </a:spcBef>
              <a:spcAft>
                <a:spcPts val="0"/>
              </a:spcAft>
              <a:buClr>
                <a:schemeClr val="lt1"/>
              </a:buClr>
              <a:buSzPts val="900"/>
              <a:buFont typeface="Red Hat Display"/>
              <a:buNone/>
              <a:defRPr sz="900"/>
            </a:lvl8pPr>
            <a:lvl9pPr lvl="8">
              <a:spcBef>
                <a:spcPts val="0"/>
              </a:spcBef>
              <a:spcAft>
                <a:spcPts val="0"/>
              </a:spcAft>
              <a:buClr>
                <a:schemeClr val="lt1"/>
              </a:buClr>
              <a:buSzPts val="900"/>
              <a:buFont typeface="Red Hat Display"/>
              <a:buNone/>
              <a:defRPr sz="900"/>
            </a:lvl9pPr>
          </a:lstStyle>
          <a:p/>
        </p:txBody>
      </p:sp>
      <p:sp>
        <p:nvSpPr>
          <p:cNvPr id="320" name="Google Shape;320;p22"/>
          <p:cNvSpPr txBox="1"/>
          <p:nvPr>
            <p:ph idx="8" type="subTitle"/>
          </p:nvPr>
        </p:nvSpPr>
        <p:spPr>
          <a:xfrm>
            <a:off x="5382242" y="2686145"/>
            <a:ext cx="1947300" cy="301500"/>
          </a:xfrm>
          <a:prstGeom prst="rect">
            <a:avLst/>
          </a:prstGeom>
        </p:spPr>
        <p:txBody>
          <a:bodyPr anchorCtr="0" anchor="b" bIns="0" lIns="0" spcFirstLastPara="1" rIns="91425" wrap="square" tIns="91425">
            <a:noAutofit/>
          </a:bodyPr>
          <a:lstStyle>
            <a:lvl1pPr lvl="0">
              <a:spcBef>
                <a:spcPts val="0"/>
              </a:spcBef>
              <a:spcAft>
                <a:spcPts val="0"/>
              </a:spcAft>
              <a:buClr>
                <a:schemeClr val="lt1"/>
              </a:buClr>
              <a:buSzPts val="1200"/>
              <a:buFont typeface="Red Hat Display"/>
              <a:buNone/>
              <a:defRPr b="1" sz="12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21" name="Google Shape;321;p22"/>
          <p:cNvSpPr txBox="1"/>
          <p:nvPr>
            <p:ph idx="9" type="subTitle"/>
          </p:nvPr>
        </p:nvSpPr>
        <p:spPr>
          <a:xfrm>
            <a:off x="5382250" y="3186352"/>
            <a:ext cx="2195100" cy="440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900"/>
              <a:buFont typeface="Red Hat Display"/>
              <a:buNone/>
              <a:defRPr sz="900"/>
            </a:lvl2pPr>
            <a:lvl3pPr lvl="2">
              <a:spcBef>
                <a:spcPts val="0"/>
              </a:spcBef>
              <a:spcAft>
                <a:spcPts val="0"/>
              </a:spcAft>
              <a:buClr>
                <a:schemeClr val="lt1"/>
              </a:buClr>
              <a:buSzPts val="900"/>
              <a:buFont typeface="Red Hat Display"/>
              <a:buNone/>
              <a:defRPr sz="900"/>
            </a:lvl3pPr>
            <a:lvl4pPr lvl="3">
              <a:spcBef>
                <a:spcPts val="0"/>
              </a:spcBef>
              <a:spcAft>
                <a:spcPts val="0"/>
              </a:spcAft>
              <a:buClr>
                <a:schemeClr val="lt1"/>
              </a:buClr>
              <a:buSzPts val="900"/>
              <a:buFont typeface="Red Hat Display"/>
              <a:buNone/>
              <a:defRPr sz="900"/>
            </a:lvl4pPr>
            <a:lvl5pPr lvl="4">
              <a:spcBef>
                <a:spcPts val="0"/>
              </a:spcBef>
              <a:spcAft>
                <a:spcPts val="0"/>
              </a:spcAft>
              <a:buClr>
                <a:schemeClr val="lt1"/>
              </a:buClr>
              <a:buSzPts val="900"/>
              <a:buFont typeface="Red Hat Display"/>
              <a:buNone/>
              <a:defRPr sz="900"/>
            </a:lvl5pPr>
            <a:lvl6pPr lvl="5">
              <a:spcBef>
                <a:spcPts val="0"/>
              </a:spcBef>
              <a:spcAft>
                <a:spcPts val="0"/>
              </a:spcAft>
              <a:buClr>
                <a:schemeClr val="lt1"/>
              </a:buClr>
              <a:buSzPts val="900"/>
              <a:buFont typeface="Red Hat Display"/>
              <a:buNone/>
              <a:defRPr sz="900"/>
            </a:lvl6pPr>
            <a:lvl7pPr lvl="6">
              <a:spcBef>
                <a:spcPts val="0"/>
              </a:spcBef>
              <a:spcAft>
                <a:spcPts val="0"/>
              </a:spcAft>
              <a:buClr>
                <a:schemeClr val="lt1"/>
              </a:buClr>
              <a:buSzPts val="900"/>
              <a:buFont typeface="Red Hat Display"/>
              <a:buNone/>
              <a:defRPr sz="900"/>
            </a:lvl7pPr>
            <a:lvl8pPr lvl="7">
              <a:spcBef>
                <a:spcPts val="0"/>
              </a:spcBef>
              <a:spcAft>
                <a:spcPts val="0"/>
              </a:spcAft>
              <a:buClr>
                <a:schemeClr val="lt1"/>
              </a:buClr>
              <a:buSzPts val="900"/>
              <a:buFont typeface="Red Hat Display"/>
              <a:buNone/>
              <a:defRPr sz="900"/>
            </a:lvl8pPr>
            <a:lvl9pPr lvl="8">
              <a:spcBef>
                <a:spcPts val="0"/>
              </a:spcBef>
              <a:spcAft>
                <a:spcPts val="0"/>
              </a:spcAft>
              <a:buClr>
                <a:schemeClr val="lt1"/>
              </a:buClr>
              <a:buSzPts val="900"/>
              <a:buFont typeface="Red Hat Display"/>
              <a:buNone/>
              <a:defRPr sz="900"/>
            </a:lvl9pPr>
          </a:lstStyle>
          <a:p/>
        </p:txBody>
      </p:sp>
      <p:sp>
        <p:nvSpPr>
          <p:cNvPr id="322" name="Google Shape;322;p22"/>
          <p:cNvSpPr txBox="1"/>
          <p:nvPr>
            <p:ph idx="13" type="subTitle"/>
          </p:nvPr>
        </p:nvSpPr>
        <p:spPr>
          <a:xfrm>
            <a:off x="2418550" y="2576525"/>
            <a:ext cx="256500" cy="2757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500"/>
              <a:buFont typeface="Red Hat Display Medium"/>
              <a:buNone/>
              <a:defRPr sz="500">
                <a:solidFill>
                  <a:schemeClr val="dk1"/>
                </a:solidFill>
                <a:latin typeface="Red Hat Display Medium"/>
                <a:ea typeface="Red Hat Display Medium"/>
                <a:cs typeface="Red Hat Display Medium"/>
                <a:sym typeface="Red Hat Display Medium"/>
              </a:defRPr>
            </a:lvl1pPr>
            <a:lvl2pPr lvl="1">
              <a:spcBef>
                <a:spcPts val="0"/>
              </a:spcBef>
              <a:spcAft>
                <a:spcPts val="0"/>
              </a:spcAft>
              <a:buClr>
                <a:schemeClr val="dk1"/>
              </a:buClr>
              <a:buSzPts val="1200"/>
              <a:buFont typeface="Red Hat Display"/>
              <a:buNone/>
              <a:defRPr sz="1200">
                <a:solidFill>
                  <a:schemeClr val="dk1"/>
                </a:solidFill>
              </a:defRPr>
            </a:lvl2pPr>
            <a:lvl3pPr lvl="2">
              <a:spcBef>
                <a:spcPts val="0"/>
              </a:spcBef>
              <a:spcAft>
                <a:spcPts val="0"/>
              </a:spcAft>
              <a:buClr>
                <a:schemeClr val="dk1"/>
              </a:buClr>
              <a:buSzPts val="1200"/>
              <a:buFont typeface="Red Hat Display"/>
              <a:buNone/>
              <a:defRPr sz="1200">
                <a:solidFill>
                  <a:schemeClr val="dk1"/>
                </a:solidFill>
              </a:defRPr>
            </a:lvl3pPr>
            <a:lvl4pPr lvl="3">
              <a:spcBef>
                <a:spcPts val="0"/>
              </a:spcBef>
              <a:spcAft>
                <a:spcPts val="0"/>
              </a:spcAft>
              <a:buClr>
                <a:schemeClr val="dk1"/>
              </a:buClr>
              <a:buSzPts val="1200"/>
              <a:buFont typeface="Red Hat Display"/>
              <a:buNone/>
              <a:defRPr sz="1200">
                <a:solidFill>
                  <a:schemeClr val="dk1"/>
                </a:solidFill>
              </a:defRPr>
            </a:lvl4pPr>
            <a:lvl5pPr lvl="4">
              <a:spcBef>
                <a:spcPts val="0"/>
              </a:spcBef>
              <a:spcAft>
                <a:spcPts val="0"/>
              </a:spcAft>
              <a:buClr>
                <a:schemeClr val="dk1"/>
              </a:buClr>
              <a:buSzPts val="1200"/>
              <a:buFont typeface="Red Hat Display"/>
              <a:buNone/>
              <a:defRPr sz="1200">
                <a:solidFill>
                  <a:schemeClr val="dk1"/>
                </a:solidFill>
              </a:defRPr>
            </a:lvl5pPr>
            <a:lvl6pPr lvl="5">
              <a:spcBef>
                <a:spcPts val="0"/>
              </a:spcBef>
              <a:spcAft>
                <a:spcPts val="0"/>
              </a:spcAft>
              <a:buClr>
                <a:schemeClr val="dk1"/>
              </a:buClr>
              <a:buSzPts val="1200"/>
              <a:buFont typeface="Red Hat Display"/>
              <a:buNone/>
              <a:defRPr sz="1200">
                <a:solidFill>
                  <a:schemeClr val="dk1"/>
                </a:solidFill>
              </a:defRPr>
            </a:lvl6pPr>
            <a:lvl7pPr lvl="6">
              <a:spcBef>
                <a:spcPts val="0"/>
              </a:spcBef>
              <a:spcAft>
                <a:spcPts val="0"/>
              </a:spcAft>
              <a:buClr>
                <a:schemeClr val="dk1"/>
              </a:buClr>
              <a:buSzPts val="1200"/>
              <a:buFont typeface="Red Hat Display"/>
              <a:buNone/>
              <a:defRPr sz="1200">
                <a:solidFill>
                  <a:schemeClr val="dk1"/>
                </a:solidFill>
              </a:defRPr>
            </a:lvl7pPr>
            <a:lvl8pPr lvl="7">
              <a:spcBef>
                <a:spcPts val="0"/>
              </a:spcBef>
              <a:spcAft>
                <a:spcPts val="0"/>
              </a:spcAft>
              <a:buClr>
                <a:schemeClr val="dk1"/>
              </a:buClr>
              <a:buSzPts val="1200"/>
              <a:buFont typeface="Red Hat Display"/>
              <a:buNone/>
              <a:defRPr sz="1200">
                <a:solidFill>
                  <a:schemeClr val="dk1"/>
                </a:solidFill>
              </a:defRPr>
            </a:lvl8pPr>
            <a:lvl9pPr lvl="8">
              <a:spcBef>
                <a:spcPts val="0"/>
              </a:spcBef>
              <a:spcAft>
                <a:spcPts val="0"/>
              </a:spcAft>
              <a:buClr>
                <a:schemeClr val="dk1"/>
              </a:buClr>
              <a:buSzPts val="1200"/>
              <a:buFont typeface="Red Hat Display"/>
              <a:buNone/>
              <a:defRPr sz="1200">
                <a:solidFill>
                  <a:schemeClr val="dk1"/>
                </a:solidFill>
              </a:defRPr>
            </a:lvl9pPr>
          </a:lstStyle>
          <a:p/>
        </p:txBody>
      </p:sp>
      <p:sp>
        <p:nvSpPr>
          <p:cNvPr id="323" name="Google Shape;323;p22"/>
          <p:cNvSpPr txBox="1"/>
          <p:nvPr>
            <p:ph idx="14" type="subTitle"/>
          </p:nvPr>
        </p:nvSpPr>
        <p:spPr>
          <a:xfrm>
            <a:off x="4958025" y="3866186"/>
            <a:ext cx="256500" cy="2757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500"/>
              <a:buFont typeface="Red Hat Display Medium"/>
              <a:buNone/>
              <a:defRPr sz="500">
                <a:solidFill>
                  <a:schemeClr val="dk1"/>
                </a:solidFill>
                <a:latin typeface="Red Hat Display Medium"/>
                <a:ea typeface="Red Hat Display Medium"/>
                <a:cs typeface="Red Hat Display Medium"/>
                <a:sym typeface="Red Hat Display Medium"/>
              </a:defRPr>
            </a:lvl1pPr>
            <a:lvl2pPr lvl="1">
              <a:spcBef>
                <a:spcPts val="0"/>
              </a:spcBef>
              <a:spcAft>
                <a:spcPts val="0"/>
              </a:spcAft>
              <a:buClr>
                <a:schemeClr val="dk1"/>
              </a:buClr>
              <a:buSzPts val="1200"/>
              <a:buFont typeface="Red Hat Display"/>
              <a:buNone/>
              <a:defRPr sz="1200">
                <a:solidFill>
                  <a:schemeClr val="dk1"/>
                </a:solidFill>
              </a:defRPr>
            </a:lvl2pPr>
            <a:lvl3pPr lvl="2">
              <a:spcBef>
                <a:spcPts val="0"/>
              </a:spcBef>
              <a:spcAft>
                <a:spcPts val="0"/>
              </a:spcAft>
              <a:buClr>
                <a:schemeClr val="dk1"/>
              </a:buClr>
              <a:buSzPts val="1200"/>
              <a:buFont typeface="Red Hat Display"/>
              <a:buNone/>
              <a:defRPr sz="1200">
                <a:solidFill>
                  <a:schemeClr val="dk1"/>
                </a:solidFill>
              </a:defRPr>
            </a:lvl3pPr>
            <a:lvl4pPr lvl="3">
              <a:spcBef>
                <a:spcPts val="0"/>
              </a:spcBef>
              <a:spcAft>
                <a:spcPts val="0"/>
              </a:spcAft>
              <a:buClr>
                <a:schemeClr val="dk1"/>
              </a:buClr>
              <a:buSzPts val="1200"/>
              <a:buFont typeface="Red Hat Display"/>
              <a:buNone/>
              <a:defRPr sz="1200">
                <a:solidFill>
                  <a:schemeClr val="dk1"/>
                </a:solidFill>
              </a:defRPr>
            </a:lvl4pPr>
            <a:lvl5pPr lvl="4">
              <a:spcBef>
                <a:spcPts val="0"/>
              </a:spcBef>
              <a:spcAft>
                <a:spcPts val="0"/>
              </a:spcAft>
              <a:buClr>
                <a:schemeClr val="dk1"/>
              </a:buClr>
              <a:buSzPts val="1200"/>
              <a:buFont typeface="Red Hat Display"/>
              <a:buNone/>
              <a:defRPr sz="1200">
                <a:solidFill>
                  <a:schemeClr val="dk1"/>
                </a:solidFill>
              </a:defRPr>
            </a:lvl5pPr>
            <a:lvl6pPr lvl="5">
              <a:spcBef>
                <a:spcPts val="0"/>
              </a:spcBef>
              <a:spcAft>
                <a:spcPts val="0"/>
              </a:spcAft>
              <a:buClr>
                <a:schemeClr val="dk1"/>
              </a:buClr>
              <a:buSzPts val="1200"/>
              <a:buFont typeface="Red Hat Display"/>
              <a:buNone/>
              <a:defRPr sz="1200">
                <a:solidFill>
                  <a:schemeClr val="dk1"/>
                </a:solidFill>
              </a:defRPr>
            </a:lvl6pPr>
            <a:lvl7pPr lvl="6">
              <a:spcBef>
                <a:spcPts val="0"/>
              </a:spcBef>
              <a:spcAft>
                <a:spcPts val="0"/>
              </a:spcAft>
              <a:buClr>
                <a:schemeClr val="dk1"/>
              </a:buClr>
              <a:buSzPts val="1200"/>
              <a:buFont typeface="Red Hat Display"/>
              <a:buNone/>
              <a:defRPr sz="1200">
                <a:solidFill>
                  <a:schemeClr val="dk1"/>
                </a:solidFill>
              </a:defRPr>
            </a:lvl7pPr>
            <a:lvl8pPr lvl="7">
              <a:spcBef>
                <a:spcPts val="0"/>
              </a:spcBef>
              <a:spcAft>
                <a:spcPts val="0"/>
              </a:spcAft>
              <a:buClr>
                <a:schemeClr val="dk1"/>
              </a:buClr>
              <a:buSzPts val="1200"/>
              <a:buFont typeface="Red Hat Display"/>
              <a:buNone/>
              <a:defRPr sz="1200">
                <a:solidFill>
                  <a:schemeClr val="dk1"/>
                </a:solidFill>
              </a:defRPr>
            </a:lvl8pPr>
            <a:lvl9pPr lvl="8">
              <a:spcBef>
                <a:spcPts val="0"/>
              </a:spcBef>
              <a:spcAft>
                <a:spcPts val="0"/>
              </a:spcAft>
              <a:buClr>
                <a:schemeClr val="dk1"/>
              </a:buClr>
              <a:buSzPts val="1200"/>
              <a:buFont typeface="Red Hat Display"/>
              <a:buNone/>
              <a:defRPr sz="1200">
                <a:solidFill>
                  <a:schemeClr val="dk1"/>
                </a:solidFill>
              </a:defRPr>
            </a:lvl9pPr>
          </a:lstStyle>
          <a:p/>
        </p:txBody>
      </p:sp>
      <p:sp>
        <p:nvSpPr>
          <p:cNvPr id="324" name="Google Shape;324;p22"/>
          <p:cNvSpPr txBox="1"/>
          <p:nvPr>
            <p:ph idx="15" type="subTitle"/>
          </p:nvPr>
        </p:nvSpPr>
        <p:spPr>
          <a:xfrm>
            <a:off x="7502550" y="2578054"/>
            <a:ext cx="256500" cy="2757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500"/>
              <a:buFont typeface="Red Hat Display Medium"/>
              <a:buNone/>
              <a:defRPr sz="500">
                <a:solidFill>
                  <a:schemeClr val="dk1"/>
                </a:solidFill>
                <a:latin typeface="Red Hat Display Medium"/>
                <a:ea typeface="Red Hat Display Medium"/>
                <a:cs typeface="Red Hat Display Medium"/>
                <a:sym typeface="Red Hat Display Medium"/>
              </a:defRPr>
            </a:lvl1pPr>
            <a:lvl2pPr lvl="1">
              <a:spcBef>
                <a:spcPts val="0"/>
              </a:spcBef>
              <a:spcAft>
                <a:spcPts val="0"/>
              </a:spcAft>
              <a:buClr>
                <a:schemeClr val="dk1"/>
              </a:buClr>
              <a:buSzPts val="1200"/>
              <a:buFont typeface="Red Hat Display"/>
              <a:buNone/>
              <a:defRPr sz="1200">
                <a:solidFill>
                  <a:schemeClr val="dk1"/>
                </a:solidFill>
              </a:defRPr>
            </a:lvl2pPr>
            <a:lvl3pPr lvl="2">
              <a:spcBef>
                <a:spcPts val="0"/>
              </a:spcBef>
              <a:spcAft>
                <a:spcPts val="0"/>
              </a:spcAft>
              <a:buClr>
                <a:schemeClr val="dk1"/>
              </a:buClr>
              <a:buSzPts val="1200"/>
              <a:buFont typeface="Red Hat Display"/>
              <a:buNone/>
              <a:defRPr sz="1200">
                <a:solidFill>
                  <a:schemeClr val="dk1"/>
                </a:solidFill>
              </a:defRPr>
            </a:lvl3pPr>
            <a:lvl4pPr lvl="3">
              <a:spcBef>
                <a:spcPts val="0"/>
              </a:spcBef>
              <a:spcAft>
                <a:spcPts val="0"/>
              </a:spcAft>
              <a:buClr>
                <a:schemeClr val="dk1"/>
              </a:buClr>
              <a:buSzPts val="1200"/>
              <a:buFont typeface="Red Hat Display"/>
              <a:buNone/>
              <a:defRPr sz="1200">
                <a:solidFill>
                  <a:schemeClr val="dk1"/>
                </a:solidFill>
              </a:defRPr>
            </a:lvl4pPr>
            <a:lvl5pPr lvl="4">
              <a:spcBef>
                <a:spcPts val="0"/>
              </a:spcBef>
              <a:spcAft>
                <a:spcPts val="0"/>
              </a:spcAft>
              <a:buClr>
                <a:schemeClr val="dk1"/>
              </a:buClr>
              <a:buSzPts val="1200"/>
              <a:buFont typeface="Red Hat Display"/>
              <a:buNone/>
              <a:defRPr sz="1200">
                <a:solidFill>
                  <a:schemeClr val="dk1"/>
                </a:solidFill>
              </a:defRPr>
            </a:lvl5pPr>
            <a:lvl6pPr lvl="5">
              <a:spcBef>
                <a:spcPts val="0"/>
              </a:spcBef>
              <a:spcAft>
                <a:spcPts val="0"/>
              </a:spcAft>
              <a:buClr>
                <a:schemeClr val="dk1"/>
              </a:buClr>
              <a:buSzPts val="1200"/>
              <a:buFont typeface="Red Hat Display"/>
              <a:buNone/>
              <a:defRPr sz="1200">
                <a:solidFill>
                  <a:schemeClr val="dk1"/>
                </a:solidFill>
              </a:defRPr>
            </a:lvl6pPr>
            <a:lvl7pPr lvl="6">
              <a:spcBef>
                <a:spcPts val="0"/>
              </a:spcBef>
              <a:spcAft>
                <a:spcPts val="0"/>
              </a:spcAft>
              <a:buClr>
                <a:schemeClr val="dk1"/>
              </a:buClr>
              <a:buSzPts val="1200"/>
              <a:buFont typeface="Red Hat Display"/>
              <a:buNone/>
              <a:defRPr sz="1200">
                <a:solidFill>
                  <a:schemeClr val="dk1"/>
                </a:solidFill>
              </a:defRPr>
            </a:lvl7pPr>
            <a:lvl8pPr lvl="7">
              <a:spcBef>
                <a:spcPts val="0"/>
              </a:spcBef>
              <a:spcAft>
                <a:spcPts val="0"/>
              </a:spcAft>
              <a:buClr>
                <a:schemeClr val="dk1"/>
              </a:buClr>
              <a:buSzPts val="1200"/>
              <a:buFont typeface="Red Hat Display"/>
              <a:buNone/>
              <a:defRPr sz="1200">
                <a:solidFill>
                  <a:schemeClr val="dk1"/>
                </a:solidFill>
              </a:defRPr>
            </a:lvl8pPr>
            <a:lvl9pPr lvl="8">
              <a:spcBef>
                <a:spcPts val="0"/>
              </a:spcBef>
              <a:spcAft>
                <a:spcPts val="0"/>
              </a:spcAft>
              <a:buClr>
                <a:schemeClr val="dk1"/>
              </a:buClr>
              <a:buSzPts val="1200"/>
              <a:buFont typeface="Red Hat Display"/>
              <a:buNone/>
              <a:defRPr sz="1200">
                <a:solidFill>
                  <a:schemeClr val="dk1"/>
                </a:solidFill>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ards">
  <p:cSld name="CUSTOM_2">
    <p:spTree>
      <p:nvGrpSpPr>
        <p:cNvPr id="325" name="Shape 325"/>
        <p:cNvGrpSpPr/>
        <p:nvPr/>
      </p:nvGrpSpPr>
      <p:grpSpPr>
        <a:xfrm>
          <a:off x="0" y="0"/>
          <a:ext cx="0" cy="0"/>
          <a:chOff x="0" y="0"/>
          <a:chExt cx="0" cy="0"/>
        </a:xfrm>
      </p:grpSpPr>
      <p:pic>
        <p:nvPicPr>
          <p:cNvPr id="326" name="Google Shape;326;p23"/>
          <p:cNvPicPr preferRelativeResize="0"/>
          <p:nvPr/>
        </p:nvPicPr>
        <p:blipFill rotWithShape="1">
          <a:blip r:embed="rId2">
            <a:alphaModFix/>
          </a:blip>
          <a:srcRect b="7467" l="0" r="17932" t="6703"/>
          <a:stretch/>
        </p:blipFill>
        <p:spPr>
          <a:xfrm>
            <a:off x="5425450" y="0"/>
            <a:ext cx="3718549" cy="4097924"/>
          </a:xfrm>
          <a:prstGeom prst="rect">
            <a:avLst/>
          </a:prstGeom>
          <a:noFill/>
          <a:ln>
            <a:noFill/>
          </a:ln>
        </p:spPr>
      </p:pic>
      <p:sp>
        <p:nvSpPr>
          <p:cNvPr id="327" name="Google Shape;327;p23"/>
          <p:cNvSpPr txBox="1"/>
          <p:nvPr>
            <p:ph type="title"/>
          </p:nvPr>
        </p:nvSpPr>
        <p:spPr>
          <a:xfrm>
            <a:off x="228600" y="420017"/>
            <a:ext cx="64803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328" name="Google Shape;328;p23"/>
          <p:cNvSpPr txBox="1"/>
          <p:nvPr>
            <p:ph idx="1" type="subTitle"/>
          </p:nvPr>
        </p:nvSpPr>
        <p:spPr>
          <a:xfrm>
            <a:off x="540525" y="1771575"/>
            <a:ext cx="2325000" cy="587700"/>
          </a:xfrm>
          <a:prstGeom prst="rect">
            <a:avLst/>
          </a:prstGeom>
        </p:spPr>
        <p:txBody>
          <a:bodyPr anchorCtr="0" anchor="t" bIns="91425" lIns="0" spcFirstLastPara="1" rIns="91425" wrap="square" tIns="0">
            <a:noAutofit/>
          </a:bodyPr>
          <a:lstStyle>
            <a:lvl1pPr lvl="0">
              <a:lnSpc>
                <a:spcPct val="115000"/>
              </a:lnSpc>
              <a:spcBef>
                <a:spcPts val="0"/>
              </a:spcBef>
              <a:spcAft>
                <a:spcPts val="0"/>
              </a:spcAft>
              <a:buClr>
                <a:schemeClr val="lt1"/>
              </a:buClr>
              <a:buSzPts val="1000"/>
              <a:buFont typeface="Red Hat Display"/>
              <a:buNone/>
              <a:defRPr sz="1000"/>
            </a:lvl1pPr>
            <a:lvl2pPr lvl="1">
              <a:lnSpc>
                <a:spcPct val="115000"/>
              </a:lnSpc>
              <a:spcBef>
                <a:spcPts val="0"/>
              </a:spcBef>
              <a:spcAft>
                <a:spcPts val="0"/>
              </a:spcAft>
              <a:buClr>
                <a:schemeClr val="lt1"/>
              </a:buClr>
              <a:buSzPts val="1200"/>
              <a:buFont typeface="Red Hat Display"/>
              <a:buNone/>
              <a:defRPr sz="1200"/>
            </a:lvl2pPr>
            <a:lvl3pPr lvl="2">
              <a:lnSpc>
                <a:spcPct val="115000"/>
              </a:lnSpc>
              <a:spcBef>
                <a:spcPts val="0"/>
              </a:spcBef>
              <a:spcAft>
                <a:spcPts val="0"/>
              </a:spcAft>
              <a:buClr>
                <a:schemeClr val="lt1"/>
              </a:buClr>
              <a:buSzPts val="1200"/>
              <a:buFont typeface="Red Hat Display"/>
              <a:buNone/>
              <a:defRPr sz="1200"/>
            </a:lvl3pPr>
            <a:lvl4pPr lvl="3">
              <a:lnSpc>
                <a:spcPct val="115000"/>
              </a:lnSpc>
              <a:spcBef>
                <a:spcPts val="0"/>
              </a:spcBef>
              <a:spcAft>
                <a:spcPts val="0"/>
              </a:spcAft>
              <a:buClr>
                <a:schemeClr val="lt1"/>
              </a:buClr>
              <a:buSzPts val="1200"/>
              <a:buFont typeface="Red Hat Display"/>
              <a:buNone/>
              <a:defRPr sz="1200"/>
            </a:lvl4pPr>
            <a:lvl5pPr lvl="4">
              <a:lnSpc>
                <a:spcPct val="115000"/>
              </a:lnSpc>
              <a:spcBef>
                <a:spcPts val="0"/>
              </a:spcBef>
              <a:spcAft>
                <a:spcPts val="0"/>
              </a:spcAft>
              <a:buClr>
                <a:schemeClr val="lt1"/>
              </a:buClr>
              <a:buSzPts val="1200"/>
              <a:buFont typeface="Red Hat Display"/>
              <a:buNone/>
              <a:defRPr sz="1200"/>
            </a:lvl5pPr>
            <a:lvl6pPr lvl="5">
              <a:lnSpc>
                <a:spcPct val="115000"/>
              </a:lnSpc>
              <a:spcBef>
                <a:spcPts val="0"/>
              </a:spcBef>
              <a:spcAft>
                <a:spcPts val="0"/>
              </a:spcAft>
              <a:buClr>
                <a:schemeClr val="lt1"/>
              </a:buClr>
              <a:buSzPts val="1200"/>
              <a:buFont typeface="Red Hat Display"/>
              <a:buNone/>
              <a:defRPr sz="1200"/>
            </a:lvl6pPr>
            <a:lvl7pPr lvl="6">
              <a:lnSpc>
                <a:spcPct val="115000"/>
              </a:lnSpc>
              <a:spcBef>
                <a:spcPts val="0"/>
              </a:spcBef>
              <a:spcAft>
                <a:spcPts val="0"/>
              </a:spcAft>
              <a:buClr>
                <a:schemeClr val="lt1"/>
              </a:buClr>
              <a:buSzPts val="1200"/>
              <a:buFont typeface="Red Hat Display"/>
              <a:buNone/>
              <a:defRPr sz="1200"/>
            </a:lvl7pPr>
            <a:lvl8pPr lvl="7">
              <a:lnSpc>
                <a:spcPct val="115000"/>
              </a:lnSpc>
              <a:spcBef>
                <a:spcPts val="0"/>
              </a:spcBef>
              <a:spcAft>
                <a:spcPts val="0"/>
              </a:spcAft>
              <a:buClr>
                <a:schemeClr val="lt1"/>
              </a:buClr>
              <a:buSzPts val="1200"/>
              <a:buFont typeface="Red Hat Display"/>
              <a:buNone/>
              <a:defRPr sz="1200"/>
            </a:lvl8pPr>
            <a:lvl9pPr lvl="8">
              <a:lnSpc>
                <a:spcPct val="115000"/>
              </a:lnSpc>
              <a:spcBef>
                <a:spcPts val="0"/>
              </a:spcBef>
              <a:spcAft>
                <a:spcPts val="0"/>
              </a:spcAft>
              <a:buClr>
                <a:schemeClr val="lt1"/>
              </a:buClr>
              <a:buSzPts val="1200"/>
              <a:buFont typeface="Red Hat Display"/>
              <a:buNone/>
              <a:defRPr sz="1200"/>
            </a:lvl9pPr>
          </a:lstStyle>
          <a:p/>
        </p:txBody>
      </p:sp>
      <p:sp>
        <p:nvSpPr>
          <p:cNvPr id="329" name="Google Shape;329;p23"/>
          <p:cNvSpPr txBox="1"/>
          <p:nvPr>
            <p:ph idx="2" type="subTitle"/>
          </p:nvPr>
        </p:nvSpPr>
        <p:spPr>
          <a:xfrm>
            <a:off x="540525" y="2628017"/>
            <a:ext cx="21990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330" name="Google Shape;330;p23"/>
          <p:cNvSpPr txBox="1"/>
          <p:nvPr>
            <p:ph idx="3" type="subTitle"/>
          </p:nvPr>
        </p:nvSpPr>
        <p:spPr>
          <a:xfrm>
            <a:off x="3466575" y="1771575"/>
            <a:ext cx="2325000" cy="587700"/>
          </a:xfrm>
          <a:prstGeom prst="rect">
            <a:avLst/>
          </a:prstGeom>
        </p:spPr>
        <p:txBody>
          <a:bodyPr anchorCtr="0" anchor="t" bIns="91425" lIns="0" spcFirstLastPara="1" rIns="91425" wrap="square" tIns="0">
            <a:noAutofit/>
          </a:bodyPr>
          <a:lstStyle>
            <a:lvl1pPr lvl="0">
              <a:lnSpc>
                <a:spcPct val="115000"/>
              </a:lnSpc>
              <a:spcBef>
                <a:spcPts val="0"/>
              </a:spcBef>
              <a:spcAft>
                <a:spcPts val="0"/>
              </a:spcAft>
              <a:buSzPts val="1000"/>
              <a:buFont typeface="Red Hat Display"/>
              <a:buNone/>
              <a:defRPr sz="1000"/>
            </a:lvl1pPr>
            <a:lvl2pPr lvl="1">
              <a:lnSpc>
                <a:spcPct val="115000"/>
              </a:lnSpc>
              <a:spcBef>
                <a:spcPts val="0"/>
              </a:spcBef>
              <a:spcAft>
                <a:spcPts val="0"/>
              </a:spcAft>
              <a:buSzPts val="1200"/>
              <a:buFont typeface="Red Hat Display"/>
              <a:buNone/>
              <a:defRPr sz="1200"/>
            </a:lvl2pPr>
            <a:lvl3pPr lvl="2">
              <a:lnSpc>
                <a:spcPct val="115000"/>
              </a:lnSpc>
              <a:spcBef>
                <a:spcPts val="0"/>
              </a:spcBef>
              <a:spcAft>
                <a:spcPts val="0"/>
              </a:spcAft>
              <a:buSzPts val="1200"/>
              <a:buFont typeface="Red Hat Display"/>
              <a:buNone/>
              <a:defRPr sz="1200"/>
            </a:lvl3pPr>
            <a:lvl4pPr lvl="3">
              <a:lnSpc>
                <a:spcPct val="115000"/>
              </a:lnSpc>
              <a:spcBef>
                <a:spcPts val="0"/>
              </a:spcBef>
              <a:spcAft>
                <a:spcPts val="0"/>
              </a:spcAft>
              <a:buSzPts val="1200"/>
              <a:buFont typeface="Red Hat Display"/>
              <a:buNone/>
              <a:defRPr sz="1200"/>
            </a:lvl4pPr>
            <a:lvl5pPr lvl="4">
              <a:lnSpc>
                <a:spcPct val="115000"/>
              </a:lnSpc>
              <a:spcBef>
                <a:spcPts val="0"/>
              </a:spcBef>
              <a:spcAft>
                <a:spcPts val="0"/>
              </a:spcAft>
              <a:buSzPts val="1200"/>
              <a:buFont typeface="Red Hat Display"/>
              <a:buNone/>
              <a:defRPr sz="1200"/>
            </a:lvl5pPr>
            <a:lvl6pPr lvl="5">
              <a:lnSpc>
                <a:spcPct val="115000"/>
              </a:lnSpc>
              <a:spcBef>
                <a:spcPts val="0"/>
              </a:spcBef>
              <a:spcAft>
                <a:spcPts val="0"/>
              </a:spcAft>
              <a:buSzPts val="1200"/>
              <a:buFont typeface="Red Hat Display"/>
              <a:buNone/>
              <a:defRPr sz="1200"/>
            </a:lvl6pPr>
            <a:lvl7pPr lvl="6">
              <a:lnSpc>
                <a:spcPct val="115000"/>
              </a:lnSpc>
              <a:spcBef>
                <a:spcPts val="0"/>
              </a:spcBef>
              <a:spcAft>
                <a:spcPts val="0"/>
              </a:spcAft>
              <a:buSzPts val="1200"/>
              <a:buFont typeface="Red Hat Display"/>
              <a:buNone/>
              <a:defRPr sz="1200"/>
            </a:lvl7pPr>
            <a:lvl8pPr lvl="7">
              <a:lnSpc>
                <a:spcPct val="115000"/>
              </a:lnSpc>
              <a:spcBef>
                <a:spcPts val="0"/>
              </a:spcBef>
              <a:spcAft>
                <a:spcPts val="0"/>
              </a:spcAft>
              <a:buSzPts val="1200"/>
              <a:buFont typeface="Red Hat Display"/>
              <a:buNone/>
              <a:defRPr sz="1200"/>
            </a:lvl8pPr>
            <a:lvl9pPr lvl="8">
              <a:lnSpc>
                <a:spcPct val="115000"/>
              </a:lnSpc>
              <a:spcBef>
                <a:spcPts val="0"/>
              </a:spcBef>
              <a:spcAft>
                <a:spcPts val="0"/>
              </a:spcAft>
              <a:buSzPts val="1200"/>
              <a:buFont typeface="Red Hat Display"/>
              <a:buNone/>
              <a:defRPr sz="1200"/>
            </a:lvl9pPr>
          </a:lstStyle>
          <a:p/>
        </p:txBody>
      </p:sp>
      <p:sp>
        <p:nvSpPr>
          <p:cNvPr id="331" name="Google Shape;331;p23"/>
          <p:cNvSpPr txBox="1"/>
          <p:nvPr>
            <p:ph idx="4" type="subTitle"/>
          </p:nvPr>
        </p:nvSpPr>
        <p:spPr>
          <a:xfrm>
            <a:off x="3466575" y="2628017"/>
            <a:ext cx="21990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332" name="Google Shape;332;p23"/>
          <p:cNvSpPr txBox="1"/>
          <p:nvPr>
            <p:ph idx="5" type="subTitle"/>
          </p:nvPr>
        </p:nvSpPr>
        <p:spPr>
          <a:xfrm>
            <a:off x="6392625" y="1771575"/>
            <a:ext cx="2325000" cy="587700"/>
          </a:xfrm>
          <a:prstGeom prst="rect">
            <a:avLst/>
          </a:prstGeom>
        </p:spPr>
        <p:txBody>
          <a:bodyPr anchorCtr="0" anchor="t" bIns="91425" lIns="0" spcFirstLastPara="1" rIns="91425" wrap="square" tIns="0">
            <a:noAutofit/>
          </a:bodyPr>
          <a:lstStyle>
            <a:lvl1pPr lvl="0">
              <a:lnSpc>
                <a:spcPct val="115000"/>
              </a:lnSpc>
              <a:spcBef>
                <a:spcPts val="0"/>
              </a:spcBef>
              <a:spcAft>
                <a:spcPts val="0"/>
              </a:spcAft>
              <a:buClr>
                <a:schemeClr val="lt1"/>
              </a:buClr>
              <a:buSzPts val="1000"/>
              <a:buFont typeface="Red Hat Display"/>
              <a:buNone/>
              <a:defRPr sz="1000"/>
            </a:lvl1pPr>
            <a:lvl2pPr lvl="1">
              <a:lnSpc>
                <a:spcPct val="115000"/>
              </a:lnSpc>
              <a:spcBef>
                <a:spcPts val="0"/>
              </a:spcBef>
              <a:spcAft>
                <a:spcPts val="0"/>
              </a:spcAft>
              <a:buClr>
                <a:schemeClr val="lt1"/>
              </a:buClr>
              <a:buSzPts val="1200"/>
              <a:buFont typeface="Red Hat Display"/>
              <a:buNone/>
              <a:defRPr sz="1200"/>
            </a:lvl2pPr>
            <a:lvl3pPr lvl="2">
              <a:lnSpc>
                <a:spcPct val="115000"/>
              </a:lnSpc>
              <a:spcBef>
                <a:spcPts val="0"/>
              </a:spcBef>
              <a:spcAft>
                <a:spcPts val="0"/>
              </a:spcAft>
              <a:buClr>
                <a:schemeClr val="lt1"/>
              </a:buClr>
              <a:buSzPts val="1200"/>
              <a:buFont typeface="Red Hat Display"/>
              <a:buNone/>
              <a:defRPr sz="1200"/>
            </a:lvl3pPr>
            <a:lvl4pPr lvl="3">
              <a:lnSpc>
                <a:spcPct val="115000"/>
              </a:lnSpc>
              <a:spcBef>
                <a:spcPts val="0"/>
              </a:spcBef>
              <a:spcAft>
                <a:spcPts val="0"/>
              </a:spcAft>
              <a:buClr>
                <a:schemeClr val="lt1"/>
              </a:buClr>
              <a:buSzPts val="1200"/>
              <a:buFont typeface="Red Hat Display"/>
              <a:buNone/>
              <a:defRPr sz="1200"/>
            </a:lvl4pPr>
            <a:lvl5pPr lvl="4">
              <a:lnSpc>
                <a:spcPct val="115000"/>
              </a:lnSpc>
              <a:spcBef>
                <a:spcPts val="0"/>
              </a:spcBef>
              <a:spcAft>
                <a:spcPts val="0"/>
              </a:spcAft>
              <a:buClr>
                <a:schemeClr val="lt1"/>
              </a:buClr>
              <a:buSzPts val="1200"/>
              <a:buFont typeface="Red Hat Display"/>
              <a:buNone/>
              <a:defRPr sz="1200"/>
            </a:lvl5pPr>
            <a:lvl6pPr lvl="5">
              <a:lnSpc>
                <a:spcPct val="115000"/>
              </a:lnSpc>
              <a:spcBef>
                <a:spcPts val="0"/>
              </a:spcBef>
              <a:spcAft>
                <a:spcPts val="0"/>
              </a:spcAft>
              <a:buClr>
                <a:schemeClr val="lt1"/>
              </a:buClr>
              <a:buSzPts val="1200"/>
              <a:buFont typeface="Red Hat Display"/>
              <a:buNone/>
              <a:defRPr sz="1200"/>
            </a:lvl6pPr>
            <a:lvl7pPr lvl="6">
              <a:lnSpc>
                <a:spcPct val="115000"/>
              </a:lnSpc>
              <a:spcBef>
                <a:spcPts val="0"/>
              </a:spcBef>
              <a:spcAft>
                <a:spcPts val="0"/>
              </a:spcAft>
              <a:buClr>
                <a:schemeClr val="lt1"/>
              </a:buClr>
              <a:buSzPts val="1200"/>
              <a:buFont typeface="Red Hat Display"/>
              <a:buNone/>
              <a:defRPr sz="1200"/>
            </a:lvl7pPr>
            <a:lvl8pPr lvl="7">
              <a:lnSpc>
                <a:spcPct val="115000"/>
              </a:lnSpc>
              <a:spcBef>
                <a:spcPts val="0"/>
              </a:spcBef>
              <a:spcAft>
                <a:spcPts val="0"/>
              </a:spcAft>
              <a:buClr>
                <a:schemeClr val="lt1"/>
              </a:buClr>
              <a:buSzPts val="1200"/>
              <a:buFont typeface="Red Hat Display"/>
              <a:buNone/>
              <a:defRPr sz="1200"/>
            </a:lvl8pPr>
            <a:lvl9pPr lvl="8">
              <a:lnSpc>
                <a:spcPct val="115000"/>
              </a:lnSpc>
              <a:spcBef>
                <a:spcPts val="0"/>
              </a:spcBef>
              <a:spcAft>
                <a:spcPts val="0"/>
              </a:spcAft>
              <a:buClr>
                <a:schemeClr val="lt1"/>
              </a:buClr>
              <a:buSzPts val="1200"/>
              <a:buFont typeface="Red Hat Display"/>
              <a:buNone/>
              <a:defRPr sz="1200"/>
            </a:lvl9pPr>
          </a:lstStyle>
          <a:p/>
        </p:txBody>
      </p:sp>
      <p:sp>
        <p:nvSpPr>
          <p:cNvPr id="333" name="Google Shape;333;p23"/>
          <p:cNvSpPr txBox="1"/>
          <p:nvPr>
            <p:ph idx="6" type="subTitle"/>
          </p:nvPr>
        </p:nvSpPr>
        <p:spPr>
          <a:xfrm>
            <a:off x="6392625" y="2628017"/>
            <a:ext cx="21990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w/ 3 ideas">
  <p:cSld name="CUSTOM_3">
    <p:spTree>
      <p:nvGrpSpPr>
        <p:cNvPr id="334" name="Shape 334"/>
        <p:cNvGrpSpPr/>
        <p:nvPr/>
      </p:nvGrpSpPr>
      <p:grpSpPr>
        <a:xfrm>
          <a:off x="0" y="0"/>
          <a:ext cx="0" cy="0"/>
          <a:chOff x="0" y="0"/>
          <a:chExt cx="0" cy="0"/>
        </a:xfrm>
      </p:grpSpPr>
      <p:pic>
        <p:nvPicPr>
          <p:cNvPr id="335" name="Google Shape;335;p24"/>
          <p:cNvPicPr preferRelativeResize="0"/>
          <p:nvPr/>
        </p:nvPicPr>
        <p:blipFill rotWithShape="1">
          <a:blip r:embed="rId2">
            <a:alphaModFix/>
          </a:blip>
          <a:srcRect b="15068" l="14900" r="18071" t="15236"/>
          <a:stretch/>
        </p:blipFill>
        <p:spPr>
          <a:xfrm>
            <a:off x="2750850" y="1538351"/>
            <a:ext cx="1791900" cy="2175997"/>
          </a:xfrm>
          <a:prstGeom prst="rect">
            <a:avLst/>
          </a:prstGeom>
          <a:noFill/>
          <a:ln>
            <a:noFill/>
          </a:ln>
        </p:spPr>
      </p:pic>
      <p:sp>
        <p:nvSpPr>
          <p:cNvPr id="336" name="Google Shape;336;p24"/>
          <p:cNvSpPr/>
          <p:nvPr/>
        </p:nvSpPr>
        <p:spPr>
          <a:xfrm rot="10800000">
            <a:off x="2020350" y="3151875"/>
            <a:ext cx="2509500" cy="1216800"/>
          </a:xfrm>
          <a:prstGeom prst="roundRect">
            <a:avLst>
              <a:gd fmla="val 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700">
              <a:solidFill>
                <a:schemeClr val="lt1"/>
              </a:solidFill>
              <a:latin typeface="Red Hat Display"/>
              <a:ea typeface="Red Hat Display"/>
              <a:cs typeface="Red Hat Display"/>
              <a:sym typeface="Red Hat Display"/>
            </a:endParaRPr>
          </a:p>
        </p:txBody>
      </p:sp>
      <p:sp>
        <p:nvSpPr>
          <p:cNvPr id="337" name="Google Shape;337;p24"/>
          <p:cNvSpPr txBox="1"/>
          <p:nvPr>
            <p:ph type="title"/>
          </p:nvPr>
        </p:nvSpPr>
        <p:spPr>
          <a:xfrm>
            <a:off x="228600" y="420025"/>
            <a:ext cx="42963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338" name="Google Shape;338;p24"/>
          <p:cNvSpPr/>
          <p:nvPr>
            <p:ph idx="2" type="pic"/>
          </p:nvPr>
        </p:nvSpPr>
        <p:spPr>
          <a:xfrm>
            <a:off x="228425" y="2450950"/>
            <a:ext cx="1791900" cy="1917600"/>
          </a:xfrm>
          <a:prstGeom prst="rect">
            <a:avLst/>
          </a:prstGeom>
          <a:noFill/>
          <a:ln>
            <a:noFill/>
          </a:ln>
        </p:spPr>
      </p:sp>
      <p:sp>
        <p:nvSpPr>
          <p:cNvPr id="339" name="Google Shape;339;p24"/>
          <p:cNvSpPr txBox="1"/>
          <p:nvPr>
            <p:ph idx="1" type="subTitle"/>
          </p:nvPr>
        </p:nvSpPr>
        <p:spPr>
          <a:xfrm>
            <a:off x="2150204" y="3212736"/>
            <a:ext cx="16365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200"/>
              <a:buNone/>
              <a:defRPr b="1" sz="1200">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340" name="Google Shape;340;p24"/>
          <p:cNvSpPr txBox="1"/>
          <p:nvPr>
            <p:ph idx="3" type="subTitle"/>
          </p:nvPr>
        </p:nvSpPr>
        <p:spPr>
          <a:xfrm>
            <a:off x="2150200" y="3668125"/>
            <a:ext cx="22611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000"/>
              <a:buFont typeface="Red Hat Display"/>
              <a:buNone/>
              <a:defRPr sz="1000"/>
            </a:lvl2pPr>
            <a:lvl3pPr lvl="2">
              <a:spcBef>
                <a:spcPts val="0"/>
              </a:spcBef>
              <a:spcAft>
                <a:spcPts val="0"/>
              </a:spcAft>
              <a:buClr>
                <a:schemeClr val="lt1"/>
              </a:buClr>
              <a:buSzPts val="1000"/>
              <a:buFont typeface="Red Hat Display"/>
              <a:buNone/>
              <a:defRPr sz="1000"/>
            </a:lvl3pPr>
            <a:lvl4pPr lvl="3">
              <a:spcBef>
                <a:spcPts val="0"/>
              </a:spcBef>
              <a:spcAft>
                <a:spcPts val="0"/>
              </a:spcAft>
              <a:buClr>
                <a:schemeClr val="lt1"/>
              </a:buClr>
              <a:buSzPts val="1000"/>
              <a:buFont typeface="Red Hat Display"/>
              <a:buNone/>
              <a:defRPr sz="1000"/>
            </a:lvl4pPr>
            <a:lvl5pPr lvl="4">
              <a:spcBef>
                <a:spcPts val="0"/>
              </a:spcBef>
              <a:spcAft>
                <a:spcPts val="0"/>
              </a:spcAft>
              <a:buClr>
                <a:schemeClr val="lt1"/>
              </a:buClr>
              <a:buSzPts val="1000"/>
              <a:buFont typeface="Red Hat Display"/>
              <a:buNone/>
              <a:defRPr sz="1000"/>
            </a:lvl5pPr>
            <a:lvl6pPr lvl="5">
              <a:spcBef>
                <a:spcPts val="0"/>
              </a:spcBef>
              <a:spcAft>
                <a:spcPts val="0"/>
              </a:spcAft>
              <a:buClr>
                <a:schemeClr val="lt1"/>
              </a:buClr>
              <a:buSzPts val="1000"/>
              <a:buFont typeface="Red Hat Display"/>
              <a:buNone/>
              <a:defRPr sz="1000"/>
            </a:lvl6pPr>
            <a:lvl7pPr lvl="6">
              <a:spcBef>
                <a:spcPts val="0"/>
              </a:spcBef>
              <a:spcAft>
                <a:spcPts val="0"/>
              </a:spcAft>
              <a:buClr>
                <a:schemeClr val="lt1"/>
              </a:buClr>
              <a:buSzPts val="1000"/>
              <a:buFont typeface="Red Hat Display"/>
              <a:buNone/>
              <a:defRPr sz="1000"/>
            </a:lvl7pPr>
            <a:lvl8pPr lvl="7">
              <a:spcBef>
                <a:spcPts val="0"/>
              </a:spcBef>
              <a:spcAft>
                <a:spcPts val="0"/>
              </a:spcAft>
              <a:buClr>
                <a:schemeClr val="lt1"/>
              </a:buClr>
              <a:buSzPts val="1000"/>
              <a:buFont typeface="Red Hat Display"/>
              <a:buNone/>
              <a:defRPr sz="1000"/>
            </a:lvl8pPr>
            <a:lvl9pPr lvl="8">
              <a:spcBef>
                <a:spcPts val="0"/>
              </a:spcBef>
              <a:spcAft>
                <a:spcPts val="0"/>
              </a:spcAft>
              <a:buClr>
                <a:schemeClr val="lt1"/>
              </a:buClr>
              <a:buSzPts val="1000"/>
              <a:buFont typeface="Red Hat Display"/>
              <a:buNone/>
              <a:defRPr sz="1000"/>
            </a:lvl9pPr>
          </a:lstStyle>
          <a:p/>
        </p:txBody>
      </p:sp>
      <p:sp>
        <p:nvSpPr>
          <p:cNvPr id="341" name="Google Shape;341;p24"/>
          <p:cNvSpPr txBox="1"/>
          <p:nvPr>
            <p:ph idx="4" type="subTitle"/>
          </p:nvPr>
        </p:nvSpPr>
        <p:spPr>
          <a:xfrm>
            <a:off x="6122828" y="399200"/>
            <a:ext cx="2792700" cy="301500"/>
          </a:xfrm>
          <a:prstGeom prst="rect">
            <a:avLst/>
          </a:prstGeom>
        </p:spPr>
        <p:txBody>
          <a:bodyPr anchorCtr="0" anchor="b" bIns="0" lIns="0" spcFirstLastPara="1" rIns="91425" wrap="square" tIns="91425">
            <a:noAutofit/>
          </a:bodyPr>
          <a:lstStyle>
            <a:lvl1pPr lvl="0">
              <a:spcBef>
                <a:spcPts val="0"/>
              </a:spcBef>
              <a:spcAft>
                <a:spcPts val="0"/>
              </a:spcAft>
              <a:buClr>
                <a:schemeClr val="lt1"/>
              </a:buClr>
              <a:buSzPts val="1000"/>
              <a:buFont typeface="Red Hat Display"/>
              <a:buNone/>
              <a:defRPr b="1"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42" name="Google Shape;342;p24"/>
          <p:cNvSpPr txBox="1"/>
          <p:nvPr>
            <p:ph idx="5" type="subTitle"/>
          </p:nvPr>
        </p:nvSpPr>
        <p:spPr>
          <a:xfrm>
            <a:off x="6122827" y="837400"/>
            <a:ext cx="27927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1000"/>
              <a:buFont typeface="Red Hat Display"/>
              <a:buNone/>
              <a:defRPr sz="1000"/>
            </a:lvl2pPr>
            <a:lvl3pPr lvl="2">
              <a:spcBef>
                <a:spcPts val="0"/>
              </a:spcBef>
              <a:spcAft>
                <a:spcPts val="0"/>
              </a:spcAft>
              <a:buClr>
                <a:schemeClr val="lt1"/>
              </a:buClr>
              <a:buSzPts val="1000"/>
              <a:buFont typeface="Red Hat Display"/>
              <a:buNone/>
              <a:defRPr sz="1000"/>
            </a:lvl3pPr>
            <a:lvl4pPr lvl="3">
              <a:spcBef>
                <a:spcPts val="0"/>
              </a:spcBef>
              <a:spcAft>
                <a:spcPts val="0"/>
              </a:spcAft>
              <a:buClr>
                <a:schemeClr val="lt1"/>
              </a:buClr>
              <a:buSzPts val="1000"/>
              <a:buFont typeface="Red Hat Display"/>
              <a:buNone/>
              <a:defRPr sz="1000"/>
            </a:lvl4pPr>
            <a:lvl5pPr lvl="4">
              <a:spcBef>
                <a:spcPts val="0"/>
              </a:spcBef>
              <a:spcAft>
                <a:spcPts val="0"/>
              </a:spcAft>
              <a:buClr>
                <a:schemeClr val="lt1"/>
              </a:buClr>
              <a:buSzPts val="1000"/>
              <a:buFont typeface="Red Hat Display"/>
              <a:buNone/>
              <a:defRPr sz="1000"/>
            </a:lvl5pPr>
            <a:lvl6pPr lvl="5">
              <a:spcBef>
                <a:spcPts val="0"/>
              </a:spcBef>
              <a:spcAft>
                <a:spcPts val="0"/>
              </a:spcAft>
              <a:buClr>
                <a:schemeClr val="lt1"/>
              </a:buClr>
              <a:buSzPts val="1000"/>
              <a:buFont typeface="Red Hat Display"/>
              <a:buNone/>
              <a:defRPr sz="1000"/>
            </a:lvl6pPr>
            <a:lvl7pPr lvl="6">
              <a:spcBef>
                <a:spcPts val="0"/>
              </a:spcBef>
              <a:spcAft>
                <a:spcPts val="0"/>
              </a:spcAft>
              <a:buClr>
                <a:schemeClr val="lt1"/>
              </a:buClr>
              <a:buSzPts val="1000"/>
              <a:buFont typeface="Red Hat Display"/>
              <a:buNone/>
              <a:defRPr sz="1000"/>
            </a:lvl7pPr>
            <a:lvl8pPr lvl="7">
              <a:spcBef>
                <a:spcPts val="0"/>
              </a:spcBef>
              <a:spcAft>
                <a:spcPts val="0"/>
              </a:spcAft>
              <a:buClr>
                <a:schemeClr val="lt1"/>
              </a:buClr>
              <a:buSzPts val="1000"/>
              <a:buFont typeface="Red Hat Display"/>
              <a:buNone/>
              <a:defRPr sz="1000"/>
            </a:lvl8pPr>
            <a:lvl9pPr lvl="8">
              <a:spcBef>
                <a:spcPts val="0"/>
              </a:spcBef>
              <a:spcAft>
                <a:spcPts val="0"/>
              </a:spcAft>
              <a:buClr>
                <a:schemeClr val="lt1"/>
              </a:buClr>
              <a:buSzPts val="1000"/>
              <a:buFont typeface="Red Hat Display"/>
              <a:buNone/>
              <a:defRPr sz="1000"/>
            </a:lvl9pPr>
          </a:lstStyle>
          <a:p/>
        </p:txBody>
      </p:sp>
      <p:sp>
        <p:nvSpPr>
          <p:cNvPr id="343" name="Google Shape;343;p24"/>
          <p:cNvSpPr txBox="1"/>
          <p:nvPr>
            <p:ph idx="6" type="subTitle"/>
          </p:nvPr>
        </p:nvSpPr>
        <p:spPr>
          <a:xfrm>
            <a:off x="6122828" y="1964891"/>
            <a:ext cx="2792700" cy="301500"/>
          </a:xfrm>
          <a:prstGeom prst="rect">
            <a:avLst/>
          </a:prstGeom>
        </p:spPr>
        <p:txBody>
          <a:bodyPr anchorCtr="0" anchor="b" bIns="0" lIns="0" spcFirstLastPara="1" rIns="91425" wrap="square" tIns="91425">
            <a:noAutofit/>
          </a:bodyPr>
          <a:lstStyle>
            <a:lvl1pPr lvl="0">
              <a:spcBef>
                <a:spcPts val="0"/>
              </a:spcBef>
              <a:spcAft>
                <a:spcPts val="0"/>
              </a:spcAft>
              <a:buClr>
                <a:schemeClr val="lt1"/>
              </a:buClr>
              <a:buSzPts val="1000"/>
              <a:buFont typeface="Red Hat Display"/>
              <a:buNone/>
              <a:defRPr b="1"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44" name="Google Shape;344;p24"/>
          <p:cNvSpPr txBox="1"/>
          <p:nvPr>
            <p:ph idx="7" type="subTitle"/>
          </p:nvPr>
        </p:nvSpPr>
        <p:spPr>
          <a:xfrm>
            <a:off x="6122827" y="2403091"/>
            <a:ext cx="27927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1000"/>
              <a:buFont typeface="Red Hat Display"/>
              <a:buNone/>
              <a:defRPr sz="1000"/>
            </a:lvl2pPr>
            <a:lvl3pPr lvl="2">
              <a:spcBef>
                <a:spcPts val="0"/>
              </a:spcBef>
              <a:spcAft>
                <a:spcPts val="0"/>
              </a:spcAft>
              <a:buClr>
                <a:schemeClr val="lt1"/>
              </a:buClr>
              <a:buSzPts val="1000"/>
              <a:buFont typeface="Red Hat Display"/>
              <a:buNone/>
              <a:defRPr sz="1000"/>
            </a:lvl3pPr>
            <a:lvl4pPr lvl="3">
              <a:spcBef>
                <a:spcPts val="0"/>
              </a:spcBef>
              <a:spcAft>
                <a:spcPts val="0"/>
              </a:spcAft>
              <a:buClr>
                <a:schemeClr val="lt1"/>
              </a:buClr>
              <a:buSzPts val="1000"/>
              <a:buFont typeface="Red Hat Display"/>
              <a:buNone/>
              <a:defRPr sz="1000"/>
            </a:lvl4pPr>
            <a:lvl5pPr lvl="4">
              <a:spcBef>
                <a:spcPts val="0"/>
              </a:spcBef>
              <a:spcAft>
                <a:spcPts val="0"/>
              </a:spcAft>
              <a:buClr>
                <a:schemeClr val="lt1"/>
              </a:buClr>
              <a:buSzPts val="1000"/>
              <a:buFont typeface="Red Hat Display"/>
              <a:buNone/>
              <a:defRPr sz="1000"/>
            </a:lvl5pPr>
            <a:lvl6pPr lvl="5">
              <a:spcBef>
                <a:spcPts val="0"/>
              </a:spcBef>
              <a:spcAft>
                <a:spcPts val="0"/>
              </a:spcAft>
              <a:buClr>
                <a:schemeClr val="lt1"/>
              </a:buClr>
              <a:buSzPts val="1000"/>
              <a:buFont typeface="Red Hat Display"/>
              <a:buNone/>
              <a:defRPr sz="1000"/>
            </a:lvl6pPr>
            <a:lvl7pPr lvl="6">
              <a:spcBef>
                <a:spcPts val="0"/>
              </a:spcBef>
              <a:spcAft>
                <a:spcPts val="0"/>
              </a:spcAft>
              <a:buClr>
                <a:schemeClr val="lt1"/>
              </a:buClr>
              <a:buSzPts val="1000"/>
              <a:buFont typeface="Red Hat Display"/>
              <a:buNone/>
              <a:defRPr sz="1000"/>
            </a:lvl7pPr>
            <a:lvl8pPr lvl="7">
              <a:spcBef>
                <a:spcPts val="0"/>
              </a:spcBef>
              <a:spcAft>
                <a:spcPts val="0"/>
              </a:spcAft>
              <a:buClr>
                <a:schemeClr val="lt1"/>
              </a:buClr>
              <a:buSzPts val="1000"/>
              <a:buFont typeface="Red Hat Display"/>
              <a:buNone/>
              <a:defRPr sz="1000"/>
            </a:lvl8pPr>
            <a:lvl9pPr lvl="8">
              <a:spcBef>
                <a:spcPts val="0"/>
              </a:spcBef>
              <a:spcAft>
                <a:spcPts val="0"/>
              </a:spcAft>
              <a:buClr>
                <a:schemeClr val="lt1"/>
              </a:buClr>
              <a:buSzPts val="1000"/>
              <a:buFont typeface="Red Hat Display"/>
              <a:buNone/>
              <a:defRPr sz="1000"/>
            </a:lvl9pPr>
          </a:lstStyle>
          <a:p/>
        </p:txBody>
      </p:sp>
      <p:sp>
        <p:nvSpPr>
          <p:cNvPr id="345" name="Google Shape;345;p24"/>
          <p:cNvSpPr txBox="1"/>
          <p:nvPr>
            <p:ph idx="8" type="subTitle"/>
          </p:nvPr>
        </p:nvSpPr>
        <p:spPr>
          <a:xfrm>
            <a:off x="6122828" y="3532866"/>
            <a:ext cx="2792700" cy="301500"/>
          </a:xfrm>
          <a:prstGeom prst="rect">
            <a:avLst/>
          </a:prstGeom>
        </p:spPr>
        <p:txBody>
          <a:bodyPr anchorCtr="0" anchor="b" bIns="0" lIns="0" spcFirstLastPara="1" rIns="91425" wrap="square" tIns="91425">
            <a:noAutofit/>
          </a:bodyPr>
          <a:lstStyle>
            <a:lvl1pPr lvl="0">
              <a:spcBef>
                <a:spcPts val="0"/>
              </a:spcBef>
              <a:spcAft>
                <a:spcPts val="0"/>
              </a:spcAft>
              <a:buClr>
                <a:schemeClr val="lt1"/>
              </a:buClr>
              <a:buSzPts val="1000"/>
              <a:buFont typeface="Red Hat Display"/>
              <a:buNone/>
              <a:defRPr b="1"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46" name="Google Shape;346;p24"/>
          <p:cNvSpPr txBox="1"/>
          <p:nvPr>
            <p:ph idx="9" type="subTitle"/>
          </p:nvPr>
        </p:nvSpPr>
        <p:spPr>
          <a:xfrm>
            <a:off x="6122827" y="3971066"/>
            <a:ext cx="27927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1000"/>
              <a:buFont typeface="Red Hat Display"/>
              <a:buNone/>
              <a:defRPr sz="1000"/>
            </a:lvl2pPr>
            <a:lvl3pPr lvl="2">
              <a:spcBef>
                <a:spcPts val="0"/>
              </a:spcBef>
              <a:spcAft>
                <a:spcPts val="0"/>
              </a:spcAft>
              <a:buClr>
                <a:schemeClr val="lt1"/>
              </a:buClr>
              <a:buSzPts val="1000"/>
              <a:buFont typeface="Red Hat Display"/>
              <a:buNone/>
              <a:defRPr sz="1000"/>
            </a:lvl3pPr>
            <a:lvl4pPr lvl="3">
              <a:spcBef>
                <a:spcPts val="0"/>
              </a:spcBef>
              <a:spcAft>
                <a:spcPts val="0"/>
              </a:spcAft>
              <a:buClr>
                <a:schemeClr val="lt1"/>
              </a:buClr>
              <a:buSzPts val="1000"/>
              <a:buFont typeface="Red Hat Display"/>
              <a:buNone/>
              <a:defRPr sz="1000"/>
            </a:lvl4pPr>
            <a:lvl5pPr lvl="4">
              <a:spcBef>
                <a:spcPts val="0"/>
              </a:spcBef>
              <a:spcAft>
                <a:spcPts val="0"/>
              </a:spcAft>
              <a:buClr>
                <a:schemeClr val="lt1"/>
              </a:buClr>
              <a:buSzPts val="1000"/>
              <a:buFont typeface="Red Hat Display"/>
              <a:buNone/>
              <a:defRPr sz="1000"/>
            </a:lvl5pPr>
            <a:lvl6pPr lvl="5">
              <a:spcBef>
                <a:spcPts val="0"/>
              </a:spcBef>
              <a:spcAft>
                <a:spcPts val="0"/>
              </a:spcAft>
              <a:buClr>
                <a:schemeClr val="lt1"/>
              </a:buClr>
              <a:buSzPts val="1000"/>
              <a:buFont typeface="Red Hat Display"/>
              <a:buNone/>
              <a:defRPr sz="1000"/>
            </a:lvl6pPr>
            <a:lvl7pPr lvl="6">
              <a:spcBef>
                <a:spcPts val="0"/>
              </a:spcBef>
              <a:spcAft>
                <a:spcPts val="0"/>
              </a:spcAft>
              <a:buClr>
                <a:schemeClr val="lt1"/>
              </a:buClr>
              <a:buSzPts val="1000"/>
              <a:buFont typeface="Red Hat Display"/>
              <a:buNone/>
              <a:defRPr sz="1000"/>
            </a:lvl7pPr>
            <a:lvl8pPr lvl="7">
              <a:spcBef>
                <a:spcPts val="0"/>
              </a:spcBef>
              <a:spcAft>
                <a:spcPts val="0"/>
              </a:spcAft>
              <a:buClr>
                <a:schemeClr val="lt1"/>
              </a:buClr>
              <a:buSzPts val="1000"/>
              <a:buFont typeface="Red Hat Display"/>
              <a:buNone/>
              <a:defRPr sz="1000"/>
            </a:lvl8pPr>
            <a:lvl9pPr lvl="8">
              <a:spcBef>
                <a:spcPts val="0"/>
              </a:spcBef>
              <a:spcAft>
                <a:spcPts val="0"/>
              </a:spcAft>
              <a:buClr>
                <a:schemeClr val="lt1"/>
              </a:buClr>
              <a:buSzPts val="1000"/>
              <a:buFont typeface="Red Hat Display"/>
              <a:buNone/>
              <a:defRPr sz="1000"/>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ideas">
  <p:cSld name="CUSTOM_4">
    <p:spTree>
      <p:nvGrpSpPr>
        <p:cNvPr id="347" name="Shape 347"/>
        <p:cNvGrpSpPr/>
        <p:nvPr/>
      </p:nvGrpSpPr>
      <p:grpSpPr>
        <a:xfrm>
          <a:off x="0" y="0"/>
          <a:ext cx="0" cy="0"/>
          <a:chOff x="0" y="0"/>
          <a:chExt cx="0" cy="0"/>
        </a:xfrm>
      </p:grpSpPr>
      <p:sp>
        <p:nvSpPr>
          <p:cNvPr id="348" name="Google Shape;348;p25"/>
          <p:cNvSpPr txBox="1"/>
          <p:nvPr>
            <p:ph idx="1" type="subTitle"/>
          </p:nvPr>
        </p:nvSpPr>
        <p:spPr>
          <a:xfrm>
            <a:off x="4590850" y="2481900"/>
            <a:ext cx="1222800" cy="370500"/>
          </a:xfrm>
          <a:prstGeom prst="rect">
            <a:avLst/>
          </a:prstGeom>
        </p:spPr>
        <p:txBody>
          <a:bodyPr anchorCtr="0" anchor="ctr" bIns="0" lIns="0" spcFirstLastPara="1" rIns="91425" wrap="square" tIns="0">
            <a:noAutofit/>
          </a:bodyPr>
          <a:lstStyle>
            <a:lvl1pPr lvl="0" algn="ctr">
              <a:spcBef>
                <a:spcPts val="0"/>
              </a:spcBef>
              <a:spcAft>
                <a:spcPts val="0"/>
              </a:spcAft>
              <a:buSzPts val="1000"/>
              <a:buFont typeface="Red Hat Display Medium"/>
              <a:buNone/>
              <a:defRPr sz="1000">
                <a:latin typeface="Red Hat Display Medium"/>
                <a:ea typeface="Red Hat Display Medium"/>
                <a:cs typeface="Red Hat Display Medium"/>
                <a:sym typeface="Red Hat Display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9" name="Google Shape;349;p25"/>
          <p:cNvSpPr txBox="1"/>
          <p:nvPr>
            <p:ph idx="2" type="subTitle"/>
          </p:nvPr>
        </p:nvSpPr>
        <p:spPr>
          <a:xfrm>
            <a:off x="4590850" y="3812700"/>
            <a:ext cx="1222800" cy="370500"/>
          </a:xfrm>
          <a:prstGeom prst="rect">
            <a:avLst/>
          </a:prstGeom>
        </p:spPr>
        <p:txBody>
          <a:bodyPr anchorCtr="0" anchor="t" bIns="0" lIns="0" spcFirstLastPara="1" rIns="91425" wrap="square" tIns="0">
            <a:noAutofit/>
          </a:bodyPr>
          <a:lstStyle>
            <a:lvl1pPr lvl="0" algn="ctr">
              <a:spcBef>
                <a:spcPts val="0"/>
              </a:spcBef>
              <a:spcAft>
                <a:spcPts val="0"/>
              </a:spcAft>
              <a:buClr>
                <a:schemeClr val="lt1"/>
              </a:buClr>
              <a:buSzPts val="1000"/>
              <a:buFont typeface="Red Hat Display Medium"/>
              <a:buNone/>
              <a:defRPr sz="1000">
                <a:latin typeface="Red Hat Display Medium"/>
                <a:ea typeface="Red Hat Display Medium"/>
                <a:cs typeface="Red Hat Display Medium"/>
                <a:sym typeface="Red Hat Display Medium"/>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50" name="Google Shape;350;p25"/>
          <p:cNvSpPr txBox="1"/>
          <p:nvPr>
            <p:ph idx="3" type="subTitle"/>
          </p:nvPr>
        </p:nvSpPr>
        <p:spPr>
          <a:xfrm>
            <a:off x="4590850" y="1151100"/>
            <a:ext cx="1222800" cy="370500"/>
          </a:xfrm>
          <a:prstGeom prst="rect">
            <a:avLst/>
          </a:prstGeom>
        </p:spPr>
        <p:txBody>
          <a:bodyPr anchorCtr="0" anchor="t" bIns="0" lIns="0" spcFirstLastPara="1" rIns="91425" wrap="square" tIns="0">
            <a:noAutofit/>
          </a:bodyPr>
          <a:lstStyle>
            <a:lvl1pPr lvl="0" algn="ctr">
              <a:spcBef>
                <a:spcPts val="0"/>
              </a:spcBef>
              <a:spcAft>
                <a:spcPts val="0"/>
              </a:spcAft>
              <a:buClr>
                <a:schemeClr val="lt1"/>
              </a:buClr>
              <a:buSzPts val="1000"/>
              <a:buFont typeface="Red Hat Display Medium"/>
              <a:buNone/>
              <a:defRPr sz="1000">
                <a:latin typeface="Red Hat Display Medium"/>
                <a:ea typeface="Red Hat Display Medium"/>
                <a:cs typeface="Red Hat Display Medium"/>
                <a:sym typeface="Red Hat Display Medium"/>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51" name="Google Shape;351;p25"/>
          <p:cNvSpPr txBox="1"/>
          <p:nvPr>
            <p:ph type="title"/>
          </p:nvPr>
        </p:nvSpPr>
        <p:spPr>
          <a:xfrm>
            <a:off x="228600" y="420025"/>
            <a:ext cx="29262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352" name="Google Shape;352;p25"/>
          <p:cNvSpPr/>
          <p:nvPr/>
        </p:nvSpPr>
        <p:spPr>
          <a:xfrm>
            <a:off x="3849550" y="1151100"/>
            <a:ext cx="741300" cy="1330800"/>
          </a:xfrm>
          <a:prstGeom prst="snip2DiagRect">
            <a:avLst>
              <a:gd fmla="val 0" name="adj1"/>
              <a:gd fmla="val 39159" name="adj2"/>
            </a:avLst>
          </a:prstGeom>
          <a:solidFill>
            <a:schemeClr val="dk1"/>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1000">
              <a:solidFill>
                <a:schemeClr val="lt1"/>
              </a:solidFill>
              <a:latin typeface="Red Hat Display SemiBold"/>
              <a:ea typeface="Red Hat Display SemiBold"/>
              <a:cs typeface="Red Hat Display SemiBold"/>
              <a:sym typeface="Red Hat Display SemiBold"/>
            </a:endParaRPr>
          </a:p>
        </p:txBody>
      </p:sp>
      <p:sp>
        <p:nvSpPr>
          <p:cNvPr id="353" name="Google Shape;353;p25"/>
          <p:cNvSpPr/>
          <p:nvPr/>
        </p:nvSpPr>
        <p:spPr>
          <a:xfrm>
            <a:off x="3849550" y="2481900"/>
            <a:ext cx="741300" cy="1330800"/>
          </a:xfrm>
          <a:prstGeom prst="snip2DiagRect">
            <a:avLst>
              <a:gd fmla="val 0" name="adj1"/>
              <a:gd fmla="val 39159" name="adj2"/>
            </a:avLst>
          </a:prstGeom>
          <a:solidFill>
            <a:schemeClr val="dk1"/>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1000">
              <a:solidFill>
                <a:schemeClr val="lt1"/>
              </a:solidFill>
              <a:latin typeface="Red Hat Display SemiBold"/>
              <a:ea typeface="Red Hat Display SemiBold"/>
              <a:cs typeface="Red Hat Display SemiBold"/>
              <a:sym typeface="Red Hat Display SemiBold"/>
            </a:endParaRPr>
          </a:p>
        </p:txBody>
      </p:sp>
      <p:sp>
        <p:nvSpPr>
          <p:cNvPr id="354" name="Google Shape;354;p25"/>
          <p:cNvSpPr/>
          <p:nvPr/>
        </p:nvSpPr>
        <p:spPr>
          <a:xfrm>
            <a:off x="3849550" y="-179700"/>
            <a:ext cx="741300" cy="1330800"/>
          </a:xfrm>
          <a:prstGeom prst="snip2DiagRect">
            <a:avLst>
              <a:gd fmla="val 0" name="adj1"/>
              <a:gd fmla="val 39159" name="adj2"/>
            </a:avLst>
          </a:prstGeom>
          <a:solidFill>
            <a:schemeClr val="dk1"/>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1000">
              <a:solidFill>
                <a:schemeClr val="lt1"/>
              </a:solidFill>
              <a:latin typeface="Red Hat Display SemiBold"/>
              <a:ea typeface="Red Hat Display SemiBold"/>
              <a:cs typeface="Red Hat Display SemiBold"/>
              <a:sym typeface="Red Hat Display SemiBold"/>
            </a:endParaRPr>
          </a:p>
        </p:txBody>
      </p:sp>
      <p:sp>
        <p:nvSpPr>
          <p:cNvPr id="355" name="Google Shape;355;p25"/>
          <p:cNvSpPr/>
          <p:nvPr/>
        </p:nvSpPr>
        <p:spPr>
          <a:xfrm>
            <a:off x="3849550" y="3812700"/>
            <a:ext cx="741300" cy="1330800"/>
          </a:xfrm>
          <a:prstGeom prst="snip2DiagRect">
            <a:avLst>
              <a:gd fmla="val 0" name="adj1"/>
              <a:gd fmla="val 39159" name="adj2"/>
            </a:avLst>
          </a:prstGeom>
          <a:solidFill>
            <a:schemeClr val="dk1"/>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1000">
              <a:solidFill>
                <a:schemeClr val="lt1"/>
              </a:solidFill>
              <a:latin typeface="Red Hat Display SemiBold"/>
              <a:ea typeface="Red Hat Display SemiBold"/>
              <a:cs typeface="Red Hat Display SemiBold"/>
              <a:sym typeface="Red Hat Display SemiBold"/>
            </a:endParaRPr>
          </a:p>
        </p:txBody>
      </p:sp>
      <p:sp>
        <p:nvSpPr>
          <p:cNvPr id="356" name="Google Shape;356;p25"/>
          <p:cNvSpPr txBox="1"/>
          <p:nvPr>
            <p:ph idx="4" type="subTitle"/>
          </p:nvPr>
        </p:nvSpPr>
        <p:spPr>
          <a:xfrm>
            <a:off x="6080700" y="1199945"/>
            <a:ext cx="28347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1000"/>
              <a:buFont typeface="Red Hat Display"/>
              <a:buNone/>
              <a:defRPr sz="1000"/>
            </a:lvl2pPr>
            <a:lvl3pPr lvl="2">
              <a:spcBef>
                <a:spcPts val="0"/>
              </a:spcBef>
              <a:spcAft>
                <a:spcPts val="0"/>
              </a:spcAft>
              <a:buClr>
                <a:schemeClr val="lt1"/>
              </a:buClr>
              <a:buSzPts val="1000"/>
              <a:buFont typeface="Red Hat Display"/>
              <a:buNone/>
              <a:defRPr sz="1000"/>
            </a:lvl3pPr>
            <a:lvl4pPr lvl="3">
              <a:spcBef>
                <a:spcPts val="0"/>
              </a:spcBef>
              <a:spcAft>
                <a:spcPts val="0"/>
              </a:spcAft>
              <a:buClr>
                <a:schemeClr val="lt1"/>
              </a:buClr>
              <a:buSzPts val="1000"/>
              <a:buFont typeface="Red Hat Display"/>
              <a:buNone/>
              <a:defRPr sz="1000"/>
            </a:lvl4pPr>
            <a:lvl5pPr lvl="4">
              <a:spcBef>
                <a:spcPts val="0"/>
              </a:spcBef>
              <a:spcAft>
                <a:spcPts val="0"/>
              </a:spcAft>
              <a:buClr>
                <a:schemeClr val="lt1"/>
              </a:buClr>
              <a:buSzPts val="1000"/>
              <a:buFont typeface="Red Hat Display"/>
              <a:buNone/>
              <a:defRPr sz="1000"/>
            </a:lvl5pPr>
            <a:lvl6pPr lvl="5">
              <a:spcBef>
                <a:spcPts val="0"/>
              </a:spcBef>
              <a:spcAft>
                <a:spcPts val="0"/>
              </a:spcAft>
              <a:buClr>
                <a:schemeClr val="lt1"/>
              </a:buClr>
              <a:buSzPts val="1000"/>
              <a:buFont typeface="Red Hat Display"/>
              <a:buNone/>
              <a:defRPr sz="1000"/>
            </a:lvl6pPr>
            <a:lvl7pPr lvl="6">
              <a:spcBef>
                <a:spcPts val="0"/>
              </a:spcBef>
              <a:spcAft>
                <a:spcPts val="0"/>
              </a:spcAft>
              <a:buClr>
                <a:schemeClr val="lt1"/>
              </a:buClr>
              <a:buSzPts val="1000"/>
              <a:buFont typeface="Red Hat Display"/>
              <a:buNone/>
              <a:defRPr sz="1000"/>
            </a:lvl7pPr>
            <a:lvl8pPr lvl="7">
              <a:spcBef>
                <a:spcPts val="0"/>
              </a:spcBef>
              <a:spcAft>
                <a:spcPts val="0"/>
              </a:spcAft>
              <a:buClr>
                <a:schemeClr val="lt1"/>
              </a:buClr>
              <a:buSzPts val="1000"/>
              <a:buFont typeface="Red Hat Display"/>
              <a:buNone/>
              <a:defRPr sz="1000"/>
            </a:lvl8pPr>
            <a:lvl9pPr lvl="8">
              <a:spcBef>
                <a:spcPts val="0"/>
              </a:spcBef>
              <a:spcAft>
                <a:spcPts val="0"/>
              </a:spcAft>
              <a:buClr>
                <a:schemeClr val="lt1"/>
              </a:buClr>
              <a:buSzPts val="1000"/>
              <a:buFont typeface="Red Hat Display"/>
              <a:buNone/>
              <a:defRPr sz="1000"/>
            </a:lvl9pPr>
          </a:lstStyle>
          <a:p/>
        </p:txBody>
      </p:sp>
      <p:sp>
        <p:nvSpPr>
          <p:cNvPr id="357" name="Google Shape;357;p25"/>
          <p:cNvSpPr txBox="1"/>
          <p:nvPr>
            <p:ph idx="5" type="subTitle"/>
          </p:nvPr>
        </p:nvSpPr>
        <p:spPr>
          <a:xfrm>
            <a:off x="6080700" y="2530745"/>
            <a:ext cx="28347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1000"/>
              <a:buFont typeface="Red Hat Display"/>
              <a:buNone/>
              <a:defRPr sz="1000"/>
            </a:lvl2pPr>
            <a:lvl3pPr lvl="2">
              <a:spcBef>
                <a:spcPts val="0"/>
              </a:spcBef>
              <a:spcAft>
                <a:spcPts val="0"/>
              </a:spcAft>
              <a:buClr>
                <a:schemeClr val="lt1"/>
              </a:buClr>
              <a:buSzPts val="1000"/>
              <a:buFont typeface="Red Hat Display"/>
              <a:buNone/>
              <a:defRPr sz="1000"/>
            </a:lvl3pPr>
            <a:lvl4pPr lvl="3">
              <a:spcBef>
                <a:spcPts val="0"/>
              </a:spcBef>
              <a:spcAft>
                <a:spcPts val="0"/>
              </a:spcAft>
              <a:buClr>
                <a:schemeClr val="lt1"/>
              </a:buClr>
              <a:buSzPts val="1000"/>
              <a:buFont typeface="Red Hat Display"/>
              <a:buNone/>
              <a:defRPr sz="1000"/>
            </a:lvl4pPr>
            <a:lvl5pPr lvl="4">
              <a:spcBef>
                <a:spcPts val="0"/>
              </a:spcBef>
              <a:spcAft>
                <a:spcPts val="0"/>
              </a:spcAft>
              <a:buClr>
                <a:schemeClr val="lt1"/>
              </a:buClr>
              <a:buSzPts val="1000"/>
              <a:buFont typeface="Red Hat Display"/>
              <a:buNone/>
              <a:defRPr sz="1000"/>
            </a:lvl5pPr>
            <a:lvl6pPr lvl="5">
              <a:spcBef>
                <a:spcPts val="0"/>
              </a:spcBef>
              <a:spcAft>
                <a:spcPts val="0"/>
              </a:spcAft>
              <a:buClr>
                <a:schemeClr val="lt1"/>
              </a:buClr>
              <a:buSzPts val="1000"/>
              <a:buFont typeface="Red Hat Display"/>
              <a:buNone/>
              <a:defRPr sz="1000"/>
            </a:lvl6pPr>
            <a:lvl7pPr lvl="6">
              <a:spcBef>
                <a:spcPts val="0"/>
              </a:spcBef>
              <a:spcAft>
                <a:spcPts val="0"/>
              </a:spcAft>
              <a:buClr>
                <a:schemeClr val="lt1"/>
              </a:buClr>
              <a:buSzPts val="1000"/>
              <a:buFont typeface="Red Hat Display"/>
              <a:buNone/>
              <a:defRPr sz="1000"/>
            </a:lvl7pPr>
            <a:lvl8pPr lvl="7">
              <a:spcBef>
                <a:spcPts val="0"/>
              </a:spcBef>
              <a:spcAft>
                <a:spcPts val="0"/>
              </a:spcAft>
              <a:buClr>
                <a:schemeClr val="lt1"/>
              </a:buClr>
              <a:buSzPts val="1000"/>
              <a:buFont typeface="Red Hat Display"/>
              <a:buNone/>
              <a:defRPr sz="1000"/>
            </a:lvl8pPr>
            <a:lvl9pPr lvl="8">
              <a:spcBef>
                <a:spcPts val="0"/>
              </a:spcBef>
              <a:spcAft>
                <a:spcPts val="0"/>
              </a:spcAft>
              <a:buClr>
                <a:schemeClr val="lt1"/>
              </a:buClr>
              <a:buSzPts val="1000"/>
              <a:buFont typeface="Red Hat Display"/>
              <a:buNone/>
              <a:defRPr sz="1000"/>
            </a:lvl9pPr>
          </a:lstStyle>
          <a:p/>
        </p:txBody>
      </p:sp>
      <p:sp>
        <p:nvSpPr>
          <p:cNvPr id="358" name="Google Shape;358;p25"/>
          <p:cNvSpPr txBox="1"/>
          <p:nvPr>
            <p:ph idx="6" type="subTitle"/>
          </p:nvPr>
        </p:nvSpPr>
        <p:spPr>
          <a:xfrm>
            <a:off x="6080700" y="3861545"/>
            <a:ext cx="28347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1000"/>
              <a:buFont typeface="Red Hat Display"/>
              <a:buNone/>
              <a:defRPr sz="1000"/>
            </a:lvl2pPr>
            <a:lvl3pPr lvl="2">
              <a:spcBef>
                <a:spcPts val="0"/>
              </a:spcBef>
              <a:spcAft>
                <a:spcPts val="0"/>
              </a:spcAft>
              <a:buClr>
                <a:schemeClr val="lt1"/>
              </a:buClr>
              <a:buSzPts val="1000"/>
              <a:buFont typeface="Red Hat Display"/>
              <a:buNone/>
              <a:defRPr sz="1000"/>
            </a:lvl3pPr>
            <a:lvl4pPr lvl="3">
              <a:spcBef>
                <a:spcPts val="0"/>
              </a:spcBef>
              <a:spcAft>
                <a:spcPts val="0"/>
              </a:spcAft>
              <a:buClr>
                <a:schemeClr val="lt1"/>
              </a:buClr>
              <a:buSzPts val="1000"/>
              <a:buFont typeface="Red Hat Display"/>
              <a:buNone/>
              <a:defRPr sz="1000"/>
            </a:lvl4pPr>
            <a:lvl5pPr lvl="4">
              <a:spcBef>
                <a:spcPts val="0"/>
              </a:spcBef>
              <a:spcAft>
                <a:spcPts val="0"/>
              </a:spcAft>
              <a:buClr>
                <a:schemeClr val="lt1"/>
              </a:buClr>
              <a:buSzPts val="1000"/>
              <a:buFont typeface="Red Hat Display"/>
              <a:buNone/>
              <a:defRPr sz="1000"/>
            </a:lvl5pPr>
            <a:lvl6pPr lvl="5">
              <a:spcBef>
                <a:spcPts val="0"/>
              </a:spcBef>
              <a:spcAft>
                <a:spcPts val="0"/>
              </a:spcAft>
              <a:buClr>
                <a:schemeClr val="lt1"/>
              </a:buClr>
              <a:buSzPts val="1000"/>
              <a:buFont typeface="Red Hat Display"/>
              <a:buNone/>
              <a:defRPr sz="1000"/>
            </a:lvl6pPr>
            <a:lvl7pPr lvl="6">
              <a:spcBef>
                <a:spcPts val="0"/>
              </a:spcBef>
              <a:spcAft>
                <a:spcPts val="0"/>
              </a:spcAft>
              <a:buClr>
                <a:schemeClr val="lt1"/>
              </a:buClr>
              <a:buSzPts val="1000"/>
              <a:buFont typeface="Red Hat Display"/>
              <a:buNone/>
              <a:defRPr sz="1000"/>
            </a:lvl7pPr>
            <a:lvl8pPr lvl="7">
              <a:spcBef>
                <a:spcPts val="0"/>
              </a:spcBef>
              <a:spcAft>
                <a:spcPts val="0"/>
              </a:spcAft>
              <a:buClr>
                <a:schemeClr val="lt1"/>
              </a:buClr>
              <a:buSzPts val="1000"/>
              <a:buFont typeface="Red Hat Display"/>
              <a:buNone/>
              <a:defRPr sz="1000"/>
            </a:lvl8pPr>
            <a:lvl9pPr lvl="8">
              <a:spcBef>
                <a:spcPts val="0"/>
              </a:spcBef>
              <a:spcAft>
                <a:spcPts val="0"/>
              </a:spcAft>
              <a:buClr>
                <a:schemeClr val="lt1"/>
              </a:buClr>
              <a:buSzPts val="1000"/>
              <a:buFont typeface="Red Hat Display"/>
              <a:buNone/>
              <a:defRPr sz="1000"/>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columns w/ text">
  <p:cSld name="CUSTOM_5">
    <p:spTree>
      <p:nvGrpSpPr>
        <p:cNvPr id="359" name="Shape 359"/>
        <p:cNvGrpSpPr/>
        <p:nvPr/>
      </p:nvGrpSpPr>
      <p:grpSpPr>
        <a:xfrm>
          <a:off x="0" y="0"/>
          <a:ext cx="0" cy="0"/>
          <a:chOff x="0" y="0"/>
          <a:chExt cx="0" cy="0"/>
        </a:xfrm>
      </p:grpSpPr>
      <p:sp>
        <p:nvSpPr>
          <p:cNvPr id="360" name="Google Shape;360;p26"/>
          <p:cNvSpPr txBox="1"/>
          <p:nvPr>
            <p:ph type="title"/>
          </p:nvPr>
        </p:nvSpPr>
        <p:spPr>
          <a:xfrm>
            <a:off x="609600" y="724825"/>
            <a:ext cx="40158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361" name="Google Shape;361;p26"/>
          <p:cNvSpPr txBox="1"/>
          <p:nvPr>
            <p:ph idx="1" type="subTitle"/>
          </p:nvPr>
        </p:nvSpPr>
        <p:spPr>
          <a:xfrm>
            <a:off x="229525" y="1803875"/>
            <a:ext cx="1776300" cy="2907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400"/>
              <a:buFont typeface="Red Hat Display"/>
              <a:buNone/>
              <a:defRPr>
                <a:solidFill>
                  <a:schemeClr val="dk2"/>
                </a:solidFill>
              </a:defRPr>
            </a:lvl2pPr>
            <a:lvl3pPr lvl="2" algn="ctr">
              <a:spcBef>
                <a:spcPts val="0"/>
              </a:spcBef>
              <a:spcAft>
                <a:spcPts val="0"/>
              </a:spcAft>
              <a:buClr>
                <a:schemeClr val="dk2"/>
              </a:buClr>
              <a:buSzPts val="1400"/>
              <a:buFont typeface="Red Hat Display"/>
              <a:buNone/>
              <a:defRPr>
                <a:solidFill>
                  <a:schemeClr val="dk2"/>
                </a:solidFill>
              </a:defRPr>
            </a:lvl3pPr>
            <a:lvl4pPr lvl="3" algn="ctr">
              <a:spcBef>
                <a:spcPts val="0"/>
              </a:spcBef>
              <a:spcAft>
                <a:spcPts val="0"/>
              </a:spcAft>
              <a:buClr>
                <a:schemeClr val="dk2"/>
              </a:buClr>
              <a:buSzPts val="1400"/>
              <a:buFont typeface="Red Hat Display"/>
              <a:buNone/>
              <a:defRPr>
                <a:solidFill>
                  <a:schemeClr val="dk2"/>
                </a:solidFill>
              </a:defRPr>
            </a:lvl4pPr>
            <a:lvl5pPr lvl="4" algn="ctr">
              <a:spcBef>
                <a:spcPts val="0"/>
              </a:spcBef>
              <a:spcAft>
                <a:spcPts val="0"/>
              </a:spcAft>
              <a:buClr>
                <a:schemeClr val="dk2"/>
              </a:buClr>
              <a:buSzPts val="1400"/>
              <a:buFont typeface="Red Hat Display"/>
              <a:buNone/>
              <a:defRPr>
                <a:solidFill>
                  <a:schemeClr val="dk2"/>
                </a:solidFill>
              </a:defRPr>
            </a:lvl5pPr>
            <a:lvl6pPr lvl="5" algn="ctr">
              <a:spcBef>
                <a:spcPts val="0"/>
              </a:spcBef>
              <a:spcAft>
                <a:spcPts val="0"/>
              </a:spcAft>
              <a:buClr>
                <a:schemeClr val="dk2"/>
              </a:buClr>
              <a:buSzPts val="1400"/>
              <a:buFont typeface="Red Hat Display"/>
              <a:buNone/>
              <a:defRPr>
                <a:solidFill>
                  <a:schemeClr val="dk2"/>
                </a:solidFill>
              </a:defRPr>
            </a:lvl6pPr>
            <a:lvl7pPr lvl="6" algn="ctr">
              <a:spcBef>
                <a:spcPts val="0"/>
              </a:spcBef>
              <a:spcAft>
                <a:spcPts val="0"/>
              </a:spcAft>
              <a:buClr>
                <a:schemeClr val="dk2"/>
              </a:buClr>
              <a:buSzPts val="1400"/>
              <a:buFont typeface="Red Hat Display"/>
              <a:buNone/>
              <a:defRPr>
                <a:solidFill>
                  <a:schemeClr val="dk2"/>
                </a:solidFill>
              </a:defRPr>
            </a:lvl7pPr>
            <a:lvl8pPr lvl="7" algn="ctr">
              <a:spcBef>
                <a:spcPts val="0"/>
              </a:spcBef>
              <a:spcAft>
                <a:spcPts val="0"/>
              </a:spcAft>
              <a:buClr>
                <a:schemeClr val="dk2"/>
              </a:buClr>
              <a:buSzPts val="1400"/>
              <a:buFont typeface="Red Hat Display"/>
              <a:buNone/>
              <a:defRPr>
                <a:solidFill>
                  <a:schemeClr val="dk2"/>
                </a:solidFill>
              </a:defRPr>
            </a:lvl8pPr>
            <a:lvl9pPr lvl="8" algn="ctr">
              <a:spcBef>
                <a:spcPts val="0"/>
              </a:spcBef>
              <a:spcAft>
                <a:spcPts val="0"/>
              </a:spcAft>
              <a:buClr>
                <a:schemeClr val="dk2"/>
              </a:buClr>
              <a:buSzPts val="1400"/>
              <a:buFont typeface="Red Hat Display"/>
              <a:buNone/>
              <a:defRPr>
                <a:solidFill>
                  <a:schemeClr val="dk2"/>
                </a:solidFill>
              </a:defRPr>
            </a:lvl9pPr>
          </a:lstStyle>
          <a:p/>
        </p:txBody>
      </p:sp>
      <p:sp>
        <p:nvSpPr>
          <p:cNvPr id="362" name="Google Shape;362;p26"/>
          <p:cNvSpPr txBox="1"/>
          <p:nvPr>
            <p:ph idx="2" type="subTitle"/>
          </p:nvPr>
        </p:nvSpPr>
        <p:spPr>
          <a:xfrm>
            <a:off x="2427475" y="1803875"/>
            <a:ext cx="1776300" cy="2907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400"/>
              <a:buFont typeface="Red Hat Display"/>
              <a:buNone/>
              <a:defRPr>
                <a:solidFill>
                  <a:schemeClr val="dk2"/>
                </a:solidFill>
              </a:defRPr>
            </a:lvl2pPr>
            <a:lvl3pPr lvl="2" algn="ctr">
              <a:spcBef>
                <a:spcPts val="0"/>
              </a:spcBef>
              <a:spcAft>
                <a:spcPts val="0"/>
              </a:spcAft>
              <a:buClr>
                <a:schemeClr val="dk2"/>
              </a:buClr>
              <a:buSzPts val="1400"/>
              <a:buFont typeface="Red Hat Display"/>
              <a:buNone/>
              <a:defRPr>
                <a:solidFill>
                  <a:schemeClr val="dk2"/>
                </a:solidFill>
              </a:defRPr>
            </a:lvl3pPr>
            <a:lvl4pPr lvl="3" algn="ctr">
              <a:spcBef>
                <a:spcPts val="0"/>
              </a:spcBef>
              <a:spcAft>
                <a:spcPts val="0"/>
              </a:spcAft>
              <a:buClr>
                <a:schemeClr val="dk2"/>
              </a:buClr>
              <a:buSzPts val="1400"/>
              <a:buFont typeface="Red Hat Display"/>
              <a:buNone/>
              <a:defRPr>
                <a:solidFill>
                  <a:schemeClr val="dk2"/>
                </a:solidFill>
              </a:defRPr>
            </a:lvl4pPr>
            <a:lvl5pPr lvl="4" algn="ctr">
              <a:spcBef>
                <a:spcPts val="0"/>
              </a:spcBef>
              <a:spcAft>
                <a:spcPts val="0"/>
              </a:spcAft>
              <a:buClr>
                <a:schemeClr val="dk2"/>
              </a:buClr>
              <a:buSzPts val="1400"/>
              <a:buFont typeface="Red Hat Display"/>
              <a:buNone/>
              <a:defRPr>
                <a:solidFill>
                  <a:schemeClr val="dk2"/>
                </a:solidFill>
              </a:defRPr>
            </a:lvl5pPr>
            <a:lvl6pPr lvl="5" algn="ctr">
              <a:spcBef>
                <a:spcPts val="0"/>
              </a:spcBef>
              <a:spcAft>
                <a:spcPts val="0"/>
              </a:spcAft>
              <a:buClr>
                <a:schemeClr val="dk2"/>
              </a:buClr>
              <a:buSzPts val="1400"/>
              <a:buFont typeface="Red Hat Display"/>
              <a:buNone/>
              <a:defRPr>
                <a:solidFill>
                  <a:schemeClr val="dk2"/>
                </a:solidFill>
              </a:defRPr>
            </a:lvl6pPr>
            <a:lvl7pPr lvl="6" algn="ctr">
              <a:spcBef>
                <a:spcPts val="0"/>
              </a:spcBef>
              <a:spcAft>
                <a:spcPts val="0"/>
              </a:spcAft>
              <a:buClr>
                <a:schemeClr val="dk2"/>
              </a:buClr>
              <a:buSzPts val="1400"/>
              <a:buFont typeface="Red Hat Display"/>
              <a:buNone/>
              <a:defRPr>
                <a:solidFill>
                  <a:schemeClr val="dk2"/>
                </a:solidFill>
              </a:defRPr>
            </a:lvl7pPr>
            <a:lvl8pPr lvl="7" algn="ctr">
              <a:spcBef>
                <a:spcPts val="0"/>
              </a:spcBef>
              <a:spcAft>
                <a:spcPts val="0"/>
              </a:spcAft>
              <a:buClr>
                <a:schemeClr val="dk2"/>
              </a:buClr>
              <a:buSzPts val="1400"/>
              <a:buFont typeface="Red Hat Display"/>
              <a:buNone/>
              <a:defRPr>
                <a:solidFill>
                  <a:schemeClr val="dk2"/>
                </a:solidFill>
              </a:defRPr>
            </a:lvl8pPr>
            <a:lvl9pPr lvl="8" algn="ctr">
              <a:spcBef>
                <a:spcPts val="0"/>
              </a:spcBef>
              <a:spcAft>
                <a:spcPts val="0"/>
              </a:spcAft>
              <a:buClr>
                <a:schemeClr val="dk2"/>
              </a:buClr>
              <a:buSzPts val="1400"/>
              <a:buFont typeface="Red Hat Display"/>
              <a:buNone/>
              <a:defRPr>
                <a:solidFill>
                  <a:schemeClr val="dk2"/>
                </a:solidFill>
              </a:defRPr>
            </a:lvl9pPr>
          </a:lstStyle>
          <a:p/>
        </p:txBody>
      </p:sp>
      <p:sp>
        <p:nvSpPr>
          <p:cNvPr id="363" name="Google Shape;363;p26"/>
          <p:cNvSpPr txBox="1"/>
          <p:nvPr>
            <p:ph idx="3" type="subTitle"/>
          </p:nvPr>
        </p:nvSpPr>
        <p:spPr>
          <a:xfrm>
            <a:off x="4622700" y="1803875"/>
            <a:ext cx="1776300" cy="290700"/>
          </a:xfrm>
          <a:prstGeom prst="rect">
            <a:avLst/>
          </a:prstGeom>
        </p:spPr>
        <p:txBody>
          <a:bodyPr anchorCtr="0" anchor="ctr"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400"/>
              <a:buNone/>
              <a:defRPr>
                <a:solidFill>
                  <a:schemeClr val="dk2"/>
                </a:solidFill>
              </a:defRPr>
            </a:lvl2pPr>
            <a:lvl3pPr lvl="2" algn="ctr">
              <a:spcBef>
                <a:spcPts val="0"/>
              </a:spcBef>
              <a:spcAft>
                <a:spcPts val="0"/>
              </a:spcAft>
              <a:buClr>
                <a:schemeClr val="dk2"/>
              </a:buClr>
              <a:buSzPts val="1400"/>
              <a:buNone/>
              <a:defRPr>
                <a:solidFill>
                  <a:schemeClr val="dk2"/>
                </a:solidFill>
              </a:defRPr>
            </a:lvl3pPr>
            <a:lvl4pPr lvl="3" algn="ctr">
              <a:spcBef>
                <a:spcPts val="0"/>
              </a:spcBef>
              <a:spcAft>
                <a:spcPts val="0"/>
              </a:spcAft>
              <a:buClr>
                <a:schemeClr val="dk2"/>
              </a:buClr>
              <a:buSzPts val="1400"/>
              <a:buNone/>
              <a:defRPr>
                <a:solidFill>
                  <a:schemeClr val="dk2"/>
                </a:solidFill>
              </a:defRPr>
            </a:lvl4pPr>
            <a:lvl5pPr lvl="4" algn="ctr">
              <a:spcBef>
                <a:spcPts val="0"/>
              </a:spcBef>
              <a:spcAft>
                <a:spcPts val="0"/>
              </a:spcAft>
              <a:buClr>
                <a:schemeClr val="dk2"/>
              </a:buClr>
              <a:buSzPts val="1400"/>
              <a:buNone/>
              <a:defRPr>
                <a:solidFill>
                  <a:schemeClr val="dk2"/>
                </a:solidFill>
              </a:defRPr>
            </a:lvl5pPr>
            <a:lvl6pPr lvl="5" algn="ctr">
              <a:spcBef>
                <a:spcPts val="0"/>
              </a:spcBef>
              <a:spcAft>
                <a:spcPts val="0"/>
              </a:spcAft>
              <a:buClr>
                <a:schemeClr val="dk2"/>
              </a:buClr>
              <a:buSzPts val="1400"/>
              <a:buNone/>
              <a:defRPr>
                <a:solidFill>
                  <a:schemeClr val="dk2"/>
                </a:solidFill>
              </a:defRPr>
            </a:lvl6pPr>
            <a:lvl7pPr lvl="6" algn="ctr">
              <a:spcBef>
                <a:spcPts val="0"/>
              </a:spcBef>
              <a:spcAft>
                <a:spcPts val="0"/>
              </a:spcAft>
              <a:buClr>
                <a:schemeClr val="dk2"/>
              </a:buClr>
              <a:buSzPts val="1400"/>
              <a:buNone/>
              <a:defRPr>
                <a:solidFill>
                  <a:schemeClr val="dk2"/>
                </a:solidFill>
              </a:defRPr>
            </a:lvl7pPr>
            <a:lvl8pPr lvl="7" algn="ctr">
              <a:spcBef>
                <a:spcPts val="0"/>
              </a:spcBef>
              <a:spcAft>
                <a:spcPts val="0"/>
              </a:spcAft>
              <a:buClr>
                <a:schemeClr val="dk2"/>
              </a:buClr>
              <a:buSzPts val="1400"/>
              <a:buNone/>
              <a:defRPr>
                <a:solidFill>
                  <a:schemeClr val="dk2"/>
                </a:solidFill>
              </a:defRPr>
            </a:lvl8pPr>
            <a:lvl9pPr lvl="8" algn="ctr">
              <a:spcBef>
                <a:spcPts val="0"/>
              </a:spcBef>
              <a:spcAft>
                <a:spcPts val="0"/>
              </a:spcAft>
              <a:buClr>
                <a:schemeClr val="dk2"/>
              </a:buClr>
              <a:buSzPts val="1400"/>
              <a:buNone/>
              <a:defRPr>
                <a:solidFill>
                  <a:schemeClr val="dk2"/>
                </a:solidFill>
              </a:defRPr>
            </a:lvl9pPr>
          </a:lstStyle>
          <a:p/>
        </p:txBody>
      </p:sp>
      <p:sp>
        <p:nvSpPr>
          <p:cNvPr id="364" name="Google Shape;364;p26"/>
          <p:cNvSpPr txBox="1"/>
          <p:nvPr>
            <p:ph idx="4" type="subTitle"/>
          </p:nvPr>
        </p:nvSpPr>
        <p:spPr>
          <a:xfrm>
            <a:off x="6813656" y="1803875"/>
            <a:ext cx="1776300" cy="2907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400"/>
              <a:buFont typeface="Red Hat Display"/>
              <a:buNone/>
              <a:defRPr>
                <a:solidFill>
                  <a:schemeClr val="dk2"/>
                </a:solidFill>
              </a:defRPr>
            </a:lvl2pPr>
            <a:lvl3pPr lvl="2" algn="ctr">
              <a:spcBef>
                <a:spcPts val="0"/>
              </a:spcBef>
              <a:spcAft>
                <a:spcPts val="0"/>
              </a:spcAft>
              <a:buClr>
                <a:schemeClr val="dk2"/>
              </a:buClr>
              <a:buSzPts val="1400"/>
              <a:buFont typeface="Red Hat Display"/>
              <a:buNone/>
              <a:defRPr>
                <a:solidFill>
                  <a:schemeClr val="dk2"/>
                </a:solidFill>
              </a:defRPr>
            </a:lvl3pPr>
            <a:lvl4pPr lvl="3" algn="ctr">
              <a:spcBef>
                <a:spcPts val="0"/>
              </a:spcBef>
              <a:spcAft>
                <a:spcPts val="0"/>
              </a:spcAft>
              <a:buClr>
                <a:schemeClr val="dk2"/>
              </a:buClr>
              <a:buSzPts val="1400"/>
              <a:buFont typeface="Red Hat Display"/>
              <a:buNone/>
              <a:defRPr>
                <a:solidFill>
                  <a:schemeClr val="dk2"/>
                </a:solidFill>
              </a:defRPr>
            </a:lvl4pPr>
            <a:lvl5pPr lvl="4" algn="ctr">
              <a:spcBef>
                <a:spcPts val="0"/>
              </a:spcBef>
              <a:spcAft>
                <a:spcPts val="0"/>
              </a:spcAft>
              <a:buClr>
                <a:schemeClr val="dk2"/>
              </a:buClr>
              <a:buSzPts val="1400"/>
              <a:buFont typeface="Red Hat Display"/>
              <a:buNone/>
              <a:defRPr>
                <a:solidFill>
                  <a:schemeClr val="dk2"/>
                </a:solidFill>
              </a:defRPr>
            </a:lvl5pPr>
            <a:lvl6pPr lvl="5" algn="ctr">
              <a:spcBef>
                <a:spcPts val="0"/>
              </a:spcBef>
              <a:spcAft>
                <a:spcPts val="0"/>
              </a:spcAft>
              <a:buClr>
                <a:schemeClr val="dk2"/>
              </a:buClr>
              <a:buSzPts val="1400"/>
              <a:buFont typeface="Red Hat Display"/>
              <a:buNone/>
              <a:defRPr>
                <a:solidFill>
                  <a:schemeClr val="dk2"/>
                </a:solidFill>
              </a:defRPr>
            </a:lvl6pPr>
            <a:lvl7pPr lvl="6" algn="ctr">
              <a:spcBef>
                <a:spcPts val="0"/>
              </a:spcBef>
              <a:spcAft>
                <a:spcPts val="0"/>
              </a:spcAft>
              <a:buClr>
                <a:schemeClr val="dk2"/>
              </a:buClr>
              <a:buSzPts val="1400"/>
              <a:buFont typeface="Red Hat Display"/>
              <a:buNone/>
              <a:defRPr>
                <a:solidFill>
                  <a:schemeClr val="dk2"/>
                </a:solidFill>
              </a:defRPr>
            </a:lvl7pPr>
            <a:lvl8pPr lvl="7" algn="ctr">
              <a:spcBef>
                <a:spcPts val="0"/>
              </a:spcBef>
              <a:spcAft>
                <a:spcPts val="0"/>
              </a:spcAft>
              <a:buClr>
                <a:schemeClr val="dk2"/>
              </a:buClr>
              <a:buSzPts val="1400"/>
              <a:buFont typeface="Red Hat Display"/>
              <a:buNone/>
              <a:defRPr>
                <a:solidFill>
                  <a:schemeClr val="dk2"/>
                </a:solidFill>
              </a:defRPr>
            </a:lvl8pPr>
            <a:lvl9pPr lvl="8" algn="ctr">
              <a:spcBef>
                <a:spcPts val="0"/>
              </a:spcBef>
              <a:spcAft>
                <a:spcPts val="0"/>
              </a:spcAft>
              <a:buClr>
                <a:schemeClr val="dk2"/>
              </a:buClr>
              <a:buSzPts val="1400"/>
              <a:buFont typeface="Red Hat Display"/>
              <a:buNone/>
              <a:defRPr>
                <a:solidFill>
                  <a:schemeClr val="dk2"/>
                </a:solidFill>
              </a:defRPr>
            </a:lvl9pPr>
          </a:lstStyle>
          <a:p/>
        </p:txBody>
      </p:sp>
      <p:sp>
        <p:nvSpPr>
          <p:cNvPr id="365" name="Google Shape;365;p26"/>
          <p:cNvSpPr txBox="1"/>
          <p:nvPr>
            <p:ph idx="5" type="body"/>
          </p:nvPr>
        </p:nvSpPr>
        <p:spPr>
          <a:xfrm>
            <a:off x="561325" y="2353450"/>
            <a:ext cx="1566600" cy="1821300"/>
          </a:xfrm>
          <a:prstGeom prst="rect">
            <a:avLst/>
          </a:prstGeom>
        </p:spPr>
        <p:txBody>
          <a:bodyPr anchorCtr="0" anchor="t" bIns="0" lIns="0" spcFirstLastPara="1" rIns="0" wrap="square" tIns="0">
            <a:spAutoFit/>
          </a:bodyPr>
          <a:lstStyle>
            <a:lvl1pPr indent="-279400" lvl="0" marL="457200">
              <a:lnSpc>
                <a:spcPct val="115000"/>
              </a:lnSpc>
              <a:spcBef>
                <a:spcPts val="0"/>
              </a:spcBef>
              <a:spcAft>
                <a:spcPts val="0"/>
              </a:spcAft>
              <a:buClr>
                <a:schemeClr val="lt1"/>
              </a:buClr>
              <a:buSzPts val="800"/>
              <a:buFont typeface="Red Hat Display"/>
              <a:buChar char="●"/>
              <a:defRPr sz="800"/>
            </a:lvl1pPr>
            <a:lvl2pPr indent="-279400" lvl="1" marL="914400">
              <a:lnSpc>
                <a:spcPct val="115000"/>
              </a:lnSpc>
              <a:spcBef>
                <a:spcPts val="0"/>
              </a:spcBef>
              <a:spcAft>
                <a:spcPts val="0"/>
              </a:spcAft>
              <a:buClr>
                <a:schemeClr val="lt1"/>
              </a:buClr>
              <a:buSzPts val="800"/>
              <a:buFont typeface="Red Hat Display"/>
              <a:buChar char="○"/>
              <a:defRPr sz="800"/>
            </a:lvl2pPr>
            <a:lvl3pPr indent="-279400" lvl="2" marL="1371600">
              <a:lnSpc>
                <a:spcPct val="115000"/>
              </a:lnSpc>
              <a:spcBef>
                <a:spcPts val="0"/>
              </a:spcBef>
              <a:spcAft>
                <a:spcPts val="0"/>
              </a:spcAft>
              <a:buClr>
                <a:schemeClr val="lt1"/>
              </a:buClr>
              <a:buSzPts val="800"/>
              <a:buFont typeface="Red Hat Display"/>
              <a:buChar char="■"/>
              <a:defRPr sz="800"/>
            </a:lvl3pPr>
            <a:lvl4pPr indent="-279400" lvl="3" marL="1828800">
              <a:lnSpc>
                <a:spcPct val="115000"/>
              </a:lnSpc>
              <a:spcBef>
                <a:spcPts val="0"/>
              </a:spcBef>
              <a:spcAft>
                <a:spcPts val="0"/>
              </a:spcAft>
              <a:buClr>
                <a:schemeClr val="lt1"/>
              </a:buClr>
              <a:buSzPts val="800"/>
              <a:buFont typeface="Red Hat Display"/>
              <a:buChar char="●"/>
              <a:defRPr sz="800"/>
            </a:lvl4pPr>
            <a:lvl5pPr indent="-279400" lvl="4" marL="2286000">
              <a:lnSpc>
                <a:spcPct val="115000"/>
              </a:lnSpc>
              <a:spcBef>
                <a:spcPts val="0"/>
              </a:spcBef>
              <a:spcAft>
                <a:spcPts val="0"/>
              </a:spcAft>
              <a:buClr>
                <a:schemeClr val="lt1"/>
              </a:buClr>
              <a:buSzPts val="800"/>
              <a:buFont typeface="Red Hat Display"/>
              <a:buChar char="○"/>
              <a:defRPr sz="800"/>
            </a:lvl5pPr>
            <a:lvl6pPr indent="-279400" lvl="5" marL="2743200">
              <a:lnSpc>
                <a:spcPct val="115000"/>
              </a:lnSpc>
              <a:spcBef>
                <a:spcPts val="0"/>
              </a:spcBef>
              <a:spcAft>
                <a:spcPts val="0"/>
              </a:spcAft>
              <a:buClr>
                <a:schemeClr val="lt1"/>
              </a:buClr>
              <a:buSzPts val="800"/>
              <a:buFont typeface="Red Hat Display"/>
              <a:buChar char="■"/>
              <a:defRPr sz="800"/>
            </a:lvl6pPr>
            <a:lvl7pPr indent="-279400" lvl="6" marL="3200400">
              <a:lnSpc>
                <a:spcPct val="115000"/>
              </a:lnSpc>
              <a:spcBef>
                <a:spcPts val="0"/>
              </a:spcBef>
              <a:spcAft>
                <a:spcPts val="0"/>
              </a:spcAft>
              <a:buClr>
                <a:schemeClr val="lt1"/>
              </a:buClr>
              <a:buSzPts val="800"/>
              <a:buFont typeface="Red Hat Display"/>
              <a:buChar char="●"/>
              <a:defRPr sz="800"/>
            </a:lvl7pPr>
            <a:lvl8pPr indent="-279400" lvl="7" marL="3657600">
              <a:lnSpc>
                <a:spcPct val="115000"/>
              </a:lnSpc>
              <a:spcBef>
                <a:spcPts val="0"/>
              </a:spcBef>
              <a:spcAft>
                <a:spcPts val="0"/>
              </a:spcAft>
              <a:buClr>
                <a:schemeClr val="lt1"/>
              </a:buClr>
              <a:buSzPts val="800"/>
              <a:buFont typeface="Red Hat Display"/>
              <a:buChar char="○"/>
              <a:defRPr sz="800"/>
            </a:lvl8pPr>
            <a:lvl9pPr indent="-279400" lvl="8" marL="4114800">
              <a:lnSpc>
                <a:spcPct val="115000"/>
              </a:lnSpc>
              <a:spcBef>
                <a:spcPts val="0"/>
              </a:spcBef>
              <a:spcAft>
                <a:spcPts val="0"/>
              </a:spcAft>
              <a:buClr>
                <a:schemeClr val="lt1"/>
              </a:buClr>
              <a:buSzPts val="800"/>
              <a:buFont typeface="Red Hat Display"/>
              <a:buChar char="■"/>
              <a:defRPr sz="800"/>
            </a:lvl9pPr>
          </a:lstStyle>
          <a:p/>
        </p:txBody>
      </p:sp>
      <p:sp>
        <p:nvSpPr>
          <p:cNvPr id="366" name="Google Shape;366;p26"/>
          <p:cNvSpPr txBox="1"/>
          <p:nvPr>
            <p:ph idx="6" type="body"/>
          </p:nvPr>
        </p:nvSpPr>
        <p:spPr>
          <a:xfrm>
            <a:off x="2757388" y="2353450"/>
            <a:ext cx="1566600" cy="1821300"/>
          </a:xfrm>
          <a:prstGeom prst="rect">
            <a:avLst/>
          </a:prstGeom>
        </p:spPr>
        <p:txBody>
          <a:bodyPr anchorCtr="0" anchor="t" bIns="0" lIns="0" spcFirstLastPara="1" rIns="0" wrap="square" tIns="0">
            <a:spAutoFit/>
          </a:bodyPr>
          <a:lstStyle>
            <a:lvl1pPr indent="-279400" lvl="0" marL="457200">
              <a:lnSpc>
                <a:spcPct val="115000"/>
              </a:lnSpc>
              <a:spcBef>
                <a:spcPts val="0"/>
              </a:spcBef>
              <a:spcAft>
                <a:spcPts val="0"/>
              </a:spcAft>
              <a:buClr>
                <a:schemeClr val="lt1"/>
              </a:buClr>
              <a:buSzPts val="800"/>
              <a:buFont typeface="Red Hat Display"/>
              <a:buChar char="●"/>
              <a:defRPr sz="800"/>
            </a:lvl1pPr>
            <a:lvl2pPr indent="-279400" lvl="1" marL="914400">
              <a:lnSpc>
                <a:spcPct val="115000"/>
              </a:lnSpc>
              <a:spcBef>
                <a:spcPts val="0"/>
              </a:spcBef>
              <a:spcAft>
                <a:spcPts val="0"/>
              </a:spcAft>
              <a:buClr>
                <a:schemeClr val="lt1"/>
              </a:buClr>
              <a:buSzPts val="800"/>
              <a:buFont typeface="Red Hat Display"/>
              <a:buChar char="○"/>
              <a:defRPr sz="800"/>
            </a:lvl2pPr>
            <a:lvl3pPr indent="-279400" lvl="2" marL="1371600">
              <a:lnSpc>
                <a:spcPct val="115000"/>
              </a:lnSpc>
              <a:spcBef>
                <a:spcPts val="0"/>
              </a:spcBef>
              <a:spcAft>
                <a:spcPts val="0"/>
              </a:spcAft>
              <a:buClr>
                <a:schemeClr val="lt1"/>
              </a:buClr>
              <a:buSzPts val="800"/>
              <a:buFont typeface="Red Hat Display"/>
              <a:buChar char="■"/>
              <a:defRPr sz="800"/>
            </a:lvl3pPr>
            <a:lvl4pPr indent="-279400" lvl="3" marL="1828800">
              <a:lnSpc>
                <a:spcPct val="115000"/>
              </a:lnSpc>
              <a:spcBef>
                <a:spcPts val="0"/>
              </a:spcBef>
              <a:spcAft>
                <a:spcPts val="0"/>
              </a:spcAft>
              <a:buClr>
                <a:schemeClr val="lt1"/>
              </a:buClr>
              <a:buSzPts val="800"/>
              <a:buFont typeface="Red Hat Display"/>
              <a:buChar char="●"/>
              <a:defRPr sz="800"/>
            </a:lvl4pPr>
            <a:lvl5pPr indent="-279400" lvl="4" marL="2286000">
              <a:lnSpc>
                <a:spcPct val="115000"/>
              </a:lnSpc>
              <a:spcBef>
                <a:spcPts val="0"/>
              </a:spcBef>
              <a:spcAft>
                <a:spcPts val="0"/>
              </a:spcAft>
              <a:buClr>
                <a:schemeClr val="lt1"/>
              </a:buClr>
              <a:buSzPts val="800"/>
              <a:buFont typeface="Red Hat Display"/>
              <a:buChar char="○"/>
              <a:defRPr sz="800"/>
            </a:lvl5pPr>
            <a:lvl6pPr indent="-279400" lvl="5" marL="2743200">
              <a:lnSpc>
                <a:spcPct val="115000"/>
              </a:lnSpc>
              <a:spcBef>
                <a:spcPts val="0"/>
              </a:spcBef>
              <a:spcAft>
                <a:spcPts val="0"/>
              </a:spcAft>
              <a:buClr>
                <a:schemeClr val="lt1"/>
              </a:buClr>
              <a:buSzPts val="800"/>
              <a:buFont typeface="Red Hat Display"/>
              <a:buChar char="■"/>
              <a:defRPr sz="800"/>
            </a:lvl6pPr>
            <a:lvl7pPr indent="-279400" lvl="6" marL="3200400">
              <a:lnSpc>
                <a:spcPct val="115000"/>
              </a:lnSpc>
              <a:spcBef>
                <a:spcPts val="0"/>
              </a:spcBef>
              <a:spcAft>
                <a:spcPts val="0"/>
              </a:spcAft>
              <a:buClr>
                <a:schemeClr val="lt1"/>
              </a:buClr>
              <a:buSzPts val="800"/>
              <a:buFont typeface="Red Hat Display"/>
              <a:buChar char="●"/>
              <a:defRPr sz="800"/>
            </a:lvl7pPr>
            <a:lvl8pPr indent="-279400" lvl="7" marL="3657600">
              <a:lnSpc>
                <a:spcPct val="115000"/>
              </a:lnSpc>
              <a:spcBef>
                <a:spcPts val="0"/>
              </a:spcBef>
              <a:spcAft>
                <a:spcPts val="0"/>
              </a:spcAft>
              <a:buClr>
                <a:schemeClr val="lt1"/>
              </a:buClr>
              <a:buSzPts val="800"/>
              <a:buFont typeface="Red Hat Display"/>
              <a:buChar char="○"/>
              <a:defRPr sz="800"/>
            </a:lvl8pPr>
            <a:lvl9pPr indent="-279400" lvl="8" marL="4114800">
              <a:lnSpc>
                <a:spcPct val="115000"/>
              </a:lnSpc>
              <a:spcBef>
                <a:spcPts val="0"/>
              </a:spcBef>
              <a:spcAft>
                <a:spcPts val="0"/>
              </a:spcAft>
              <a:buClr>
                <a:schemeClr val="lt1"/>
              </a:buClr>
              <a:buSzPts val="800"/>
              <a:buFont typeface="Red Hat Display"/>
              <a:buChar char="■"/>
              <a:defRPr sz="800"/>
            </a:lvl9pPr>
          </a:lstStyle>
          <a:p/>
        </p:txBody>
      </p:sp>
      <p:sp>
        <p:nvSpPr>
          <p:cNvPr id="367" name="Google Shape;367;p26"/>
          <p:cNvSpPr txBox="1"/>
          <p:nvPr>
            <p:ph idx="7" type="body"/>
          </p:nvPr>
        </p:nvSpPr>
        <p:spPr>
          <a:xfrm>
            <a:off x="4958413" y="2353450"/>
            <a:ext cx="1566600" cy="1821300"/>
          </a:xfrm>
          <a:prstGeom prst="rect">
            <a:avLst/>
          </a:prstGeom>
        </p:spPr>
        <p:txBody>
          <a:bodyPr anchorCtr="0" anchor="t" bIns="0" lIns="0" spcFirstLastPara="1" rIns="0" wrap="square" tIns="0">
            <a:spAutoFit/>
          </a:bodyPr>
          <a:lstStyle>
            <a:lvl1pPr indent="-279400" lvl="0" marL="457200">
              <a:spcBef>
                <a:spcPts val="0"/>
              </a:spcBef>
              <a:spcAft>
                <a:spcPts val="0"/>
              </a:spcAft>
              <a:buSzPts val="800"/>
              <a:buFont typeface="Red Hat Display"/>
              <a:buChar char="●"/>
              <a:defRPr sz="800"/>
            </a:lvl1pPr>
            <a:lvl2pPr indent="-279400" lvl="1" marL="914400">
              <a:spcBef>
                <a:spcPts val="0"/>
              </a:spcBef>
              <a:spcAft>
                <a:spcPts val="0"/>
              </a:spcAft>
              <a:buSzPts val="800"/>
              <a:buFont typeface="Red Hat Display"/>
              <a:buChar char="○"/>
              <a:defRPr sz="800"/>
            </a:lvl2pPr>
            <a:lvl3pPr indent="-279400" lvl="2" marL="1371600">
              <a:spcBef>
                <a:spcPts val="0"/>
              </a:spcBef>
              <a:spcAft>
                <a:spcPts val="0"/>
              </a:spcAft>
              <a:buSzPts val="800"/>
              <a:buFont typeface="Red Hat Display"/>
              <a:buChar char="■"/>
              <a:defRPr sz="800"/>
            </a:lvl3pPr>
            <a:lvl4pPr indent="-279400" lvl="3" marL="1828800">
              <a:spcBef>
                <a:spcPts val="0"/>
              </a:spcBef>
              <a:spcAft>
                <a:spcPts val="0"/>
              </a:spcAft>
              <a:buSzPts val="800"/>
              <a:buFont typeface="Red Hat Display"/>
              <a:buChar char="●"/>
              <a:defRPr sz="800"/>
            </a:lvl4pPr>
            <a:lvl5pPr indent="-279400" lvl="4" marL="2286000">
              <a:spcBef>
                <a:spcPts val="0"/>
              </a:spcBef>
              <a:spcAft>
                <a:spcPts val="0"/>
              </a:spcAft>
              <a:buSzPts val="800"/>
              <a:buFont typeface="Red Hat Display"/>
              <a:buChar char="○"/>
              <a:defRPr sz="800"/>
            </a:lvl5pPr>
            <a:lvl6pPr indent="-279400" lvl="5" marL="2743200">
              <a:spcBef>
                <a:spcPts val="0"/>
              </a:spcBef>
              <a:spcAft>
                <a:spcPts val="0"/>
              </a:spcAft>
              <a:buSzPts val="800"/>
              <a:buFont typeface="Red Hat Display"/>
              <a:buChar char="■"/>
              <a:defRPr sz="800"/>
            </a:lvl6pPr>
            <a:lvl7pPr indent="-279400" lvl="6" marL="3200400">
              <a:spcBef>
                <a:spcPts val="0"/>
              </a:spcBef>
              <a:spcAft>
                <a:spcPts val="0"/>
              </a:spcAft>
              <a:buSzPts val="800"/>
              <a:buFont typeface="Red Hat Display"/>
              <a:buChar char="●"/>
              <a:defRPr sz="800"/>
            </a:lvl7pPr>
            <a:lvl8pPr indent="-279400" lvl="7" marL="3657600">
              <a:spcBef>
                <a:spcPts val="0"/>
              </a:spcBef>
              <a:spcAft>
                <a:spcPts val="0"/>
              </a:spcAft>
              <a:buSzPts val="800"/>
              <a:buFont typeface="Red Hat Display"/>
              <a:buChar char="○"/>
              <a:defRPr sz="800"/>
            </a:lvl8pPr>
            <a:lvl9pPr indent="-279400" lvl="8" marL="4114800">
              <a:spcBef>
                <a:spcPts val="0"/>
              </a:spcBef>
              <a:spcAft>
                <a:spcPts val="0"/>
              </a:spcAft>
              <a:buSzPts val="800"/>
              <a:buFont typeface="Red Hat Display"/>
              <a:buChar char="■"/>
              <a:defRPr sz="800"/>
            </a:lvl9pPr>
          </a:lstStyle>
          <a:p/>
        </p:txBody>
      </p:sp>
      <p:sp>
        <p:nvSpPr>
          <p:cNvPr id="368" name="Google Shape;368;p26"/>
          <p:cNvSpPr txBox="1"/>
          <p:nvPr>
            <p:ph idx="8" type="body"/>
          </p:nvPr>
        </p:nvSpPr>
        <p:spPr>
          <a:xfrm>
            <a:off x="7146863" y="2353450"/>
            <a:ext cx="1566600" cy="1821300"/>
          </a:xfrm>
          <a:prstGeom prst="rect">
            <a:avLst/>
          </a:prstGeom>
        </p:spPr>
        <p:txBody>
          <a:bodyPr anchorCtr="0" anchor="t" bIns="0" lIns="0" spcFirstLastPara="1" rIns="0" wrap="square" tIns="0">
            <a:spAutoFit/>
          </a:bodyPr>
          <a:lstStyle>
            <a:lvl1pPr indent="-279400" lvl="0" marL="457200">
              <a:lnSpc>
                <a:spcPct val="115000"/>
              </a:lnSpc>
              <a:spcBef>
                <a:spcPts val="0"/>
              </a:spcBef>
              <a:spcAft>
                <a:spcPts val="0"/>
              </a:spcAft>
              <a:buClr>
                <a:schemeClr val="lt1"/>
              </a:buClr>
              <a:buSzPts val="800"/>
              <a:buFont typeface="Red Hat Display"/>
              <a:buChar char="●"/>
              <a:defRPr sz="800"/>
            </a:lvl1pPr>
            <a:lvl2pPr indent="-279400" lvl="1" marL="914400">
              <a:lnSpc>
                <a:spcPct val="115000"/>
              </a:lnSpc>
              <a:spcBef>
                <a:spcPts val="0"/>
              </a:spcBef>
              <a:spcAft>
                <a:spcPts val="0"/>
              </a:spcAft>
              <a:buClr>
                <a:schemeClr val="lt1"/>
              </a:buClr>
              <a:buSzPts val="800"/>
              <a:buFont typeface="Red Hat Display"/>
              <a:buChar char="○"/>
              <a:defRPr sz="800"/>
            </a:lvl2pPr>
            <a:lvl3pPr indent="-279400" lvl="2" marL="1371600">
              <a:lnSpc>
                <a:spcPct val="115000"/>
              </a:lnSpc>
              <a:spcBef>
                <a:spcPts val="0"/>
              </a:spcBef>
              <a:spcAft>
                <a:spcPts val="0"/>
              </a:spcAft>
              <a:buClr>
                <a:schemeClr val="lt1"/>
              </a:buClr>
              <a:buSzPts val="800"/>
              <a:buFont typeface="Red Hat Display"/>
              <a:buChar char="■"/>
              <a:defRPr sz="800"/>
            </a:lvl3pPr>
            <a:lvl4pPr indent="-279400" lvl="3" marL="1828800">
              <a:lnSpc>
                <a:spcPct val="115000"/>
              </a:lnSpc>
              <a:spcBef>
                <a:spcPts val="0"/>
              </a:spcBef>
              <a:spcAft>
                <a:spcPts val="0"/>
              </a:spcAft>
              <a:buClr>
                <a:schemeClr val="lt1"/>
              </a:buClr>
              <a:buSzPts val="800"/>
              <a:buFont typeface="Red Hat Display"/>
              <a:buChar char="●"/>
              <a:defRPr sz="800"/>
            </a:lvl4pPr>
            <a:lvl5pPr indent="-279400" lvl="4" marL="2286000">
              <a:lnSpc>
                <a:spcPct val="115000"/>
              </a:lnSpc>
              <a:spcBef>
                <a:spcPts val="0"/>
              </a:spcBef>
              <a:spcAft>
                <a:spcPts val="0"/>
              </a:spcAft>
              <a:buClr>
                <a:schemeClr val="lt1"/>
              </a:buClr>
              <a:buSzPts val="800"/>
              <a:buFont typeface="Red Hat Display"/>
              <a:buChar char="○"/>
              <a:defRPr sz="800"/>
            </a:lvl5pPr>
            <a:lvl6pPr indent="-279400" lvl="5" marL="2743200">
              <a:lnSpc>
                <a:spcPct val="115000"/>
              </a:lnSpc>
              <a:spcBef>
                <a:spcPts val="0"/>
              </a:spcBef>
              <a:spcAft>
                <a:spcPts val="0"/>
              </a:spcAft>
              <a:buClr>
                <a:schemeClr val="lt1"/>
              </a:buClr>
              <a:buSzPts val="800"/>
              <a:buFont typeface="Red Hat Display"/>
              <a:buChar char="■"/>
              <a:defRPr sz="800"/>
            </a:lvl6pPr>
            <a:lvl7pPr indent="-279400" lvl="6" marL="3200400">
              <a:lnSpc>
                <a:spcPct val="115000"/>
              </a:lnSpc>
              <a:spcBef>
                <a:spcPts val="0"/>
              </a:spcBef>
              <a:spcAft>
                <a:spcPts val="0"/>
              </a:spcAft>
              <a:buClr>
                <a:schemeClr val="lt1"/>
              </a:buClr>
              <a:buSzPts val="800"/>
              <a:buFont typeface="Red Hat Display"/>
              <a:buChar char="●"/>
              <a:defRPr sz="800"/>
            </a:lvl7pPr>
            <a:lvl8pPr indent="-279400" lvl="7" marL="3657600">
              <a:lnSpc>
                <a:spcPct val="115000"/>
              </a:lnSpc>
              <a:spcBef>
                <a:spcPts val="0"/>
              </a:spcBef>
              <a:spcAft>
                <a:spcPts val="0"/>
              </a:spcAft>
              <a:buClr>
                <a:schemeClr val="lt1"/>
              </a:buClr>
              <a:buSzPts val="800"/>
              <a:buFont typeface="Red Hat Display"/>
              <a:buChar char="○"/>
              <a:defRPr sz="800"/>
            </a:lvl8pPr>
            <a:lvl9pPr indent="-279400" lvl="8" marL="4114800">
              <a:lnSpc>
                <a:spcPct val="115000"/>
              </a:lnSpc>
              <a:spcBef>
                <a:spcPts val="0"/>
              </a:spcBef>
              <a:spcAft>
                <a:spcPts val="0"/>
              </a:spcAft>
              <a:buClr>
                <a:schemeClr val="lt1"/>
              </a:buClr>
              <a:buSzPts val="800"/>
              <a:buFont typeface="Red Hat Display"/>
              <a:buChar char="■"/>
              <a:defRPr sz="800"/>
            </a:lvl9pPr>
          </a:lstStyle>
          <a:p/>
        </p:txBody>
      </p:sp>
      <p:sp>
        <p:nvSpPr>
          <p:cNvPr id="369" name="Google Shape;369;p26"/>
          <p:cNvSpPr txBox="1"/>
          <p:nvPr>
            <p:ph idx="9" type="subTitle"/>
          </p:nvPr>
        </p:nvSpPr>
        <p:spPr>
          <a:xfrm>
            <a:off x="609600" y="457200"/>
            <a:ext cx="4015800" cy="264600"/>
          </a:xfrm>
          <a:prstGeom prst="rect">
            <a:avLst/>
          </a:prstGeom>
        </p:spPr>
        <p:txBody>
          <a:bodyPr anchorCtr="0" anchor="b" bIns="0" lIns="0" spcFirstLastPara="1" rIns="0" wrap="square" tIns="0">
            <a:noAutofit/>
          </a:bodyPr>
          <a:lstStyle>
            <a:lvl1pPr lvl="0">
              <a:spcBef>
                <a:spcPts val="0"/>
              </a:spcBef>
              <a:spcAft>
                <a:spcPts val="0"/>
              </a:spcAft>
              <a:buClr>
                <a:schemeClr val="accent3"/>
              </a:buClr>
              <a:buSzPts val="1000"/>
              <a:buFont typeface="Red Hat Display"/>
              <a:buNone/>
              <a:defRPr sz="1000">
                <a:solidFill>
                  <a:schemeClr val="accent3"/>
                </a:solidFill>
              </a:defRPr>
            </a:lvl1pPr>
            <a:lvl2pPr lvl="1">
              <a:spcBef>
                <a:spcPts val="0"/>
              </a:spcBef>
              <a:spcAft>
                <a:spcPts val="0"/>
              </a:spcAft>
              <a:buClr>
                <a:schemeClr val="accent3"/>
              </a:buClr>
              <a:buSzPts val="1400"/>
              <a:buFont typeface="Red Hat Display"/>
              <a:buNone/>
              <a:defRPr>
                <a:solidFill>
                  <a:schemeClr val="accent3"/>
                </a:solidFill>
              </a:defRPr>
            </a:lvl2pPr>
            <a:lvl3pPr lvl="2">
              <a:spcBef>
                <a:spcPts val="0"/>
              </a:spcBef>
              <a:spcAft>
                <a:spcPts val="0"/>
              </a:spcAft>
              <a:buClr>
                <a:schemeClr val="accent3"/>
              </a:buClr>
              <a:buSzPts val="1400"/>
              <a:buFont typeface="Red Hat Display"/>
              <a:buNone/>
              <a:defRPr>
                <a:solidFill>
                  <a:schemeClr val="accent3"/>
                </a:solidFill>
              </a:defRPr>
            </a:lvl3pPr>
            <a:lvl4pPr lvl="3">
              <a:spcBef>
                <a:spcPts val="0"/>
              </a:spcBef>
              <a:spcAft>
                <a:spcPts val="0"/>
              </a:spcAft>
              <a:buClr>
                <a:schemeClr val="accent3"/>
              </a:buClr>
              <a:buSzPts val="1400"/>
              <a:buFont typeface="Red Hat Display"/>
              <a:buNone/>
              <a:defRPr>
                <a:solidFill>
                  <a:schemeClr val="accent3"/>
                </a:solidFill>
              </a:defRPr>
            </a:lvl4pPr>
            <a:lvl5pPr lvl="4">
              <a:spcBef>
                <a:spcPts val="0"/>
              </a:spcBef>
              <a:spcAft>
                <a:spcPts val="0"/>
              </a:spcAft>
              <a:buClr>
                <a:schemeClr val="accent3"/>
              </a:buClr>
              <a:buSzPts val="1400"/>
              <a:buFont typeface="Red Hat Display"/>
              <a:buNone/>
              <a:defRPr>
                <a:solidFill>
                  <a:schemeClr val="accent3"/>
                </a:solidFill>
              </a:defRPr>
            </a:lvl5pPr>
            <a:lvl6pPr lvl="5">
              <a:spcBef>
                <a:spcPts val="0"/>
              </a:spcBef>
              <a:spcAft>
                <a:spcPts val="0"/>
              </a:spcAft>
              <a:buClr>
                <a:schemeClr val="accent3"/>
              </a:buClr>
              <a:buSzPts val="1400"/>
              <a:buFont typeface="Red Hat Display"/>
              <a:buNone/>
              <a:defRPr>
                <a:solidFill>
                  <a:schemeClr val="accent3"/>
                </a:solidFill>
              </a:defRPr>
            </a:lvl6pPr>
            <a:lvl7pPr lvl="6">
              <a:spcBef>
                <a:spcPts val="0"/>
              </a:spcBef>
              <a:spcAft>
                <a:spcPts val="0"/>
              </a:spcAft>
              <a:buClr>
                <a:schemeClr val="accent3"/>
              </a:buClr>
              <a:buSzPts val="1400"/>
              <a:buFont typeface="Red Hat Display"/>
              <a:buNone/>
              <a:defRPr>
                <a:solidFill>
                  <a:schemeClr val="accent3"/>
                </a:solidFill>
              </a:defRPr>
            </a:lvl7pPr>
            <a:lvl8pPr lvl="7">
              <a:spcBef>
                <a:spcPts val="0"/>
              </a:spcBef>
              <a:spcAft>
                <a:spcPts val="0"/>
              </a:spcAft>
              <a:buClr>
                <a:schemeClr val="accent3"/>
              </a:buClr>
              <a:buSzPts val="1400"/>
              <a:buFont typeface="Red Hat Display"/>
              <a:buNone/>
              <a:defRPr>
                <a:solidFill>
                  <a:schemeClr val="accent3"/>
                </a:solidFill>
              </a:defRPr>
            </a:lvl8pPr>
            <a:lvl9pPr lvl="8">
              <a:spcBef>
                <a:spcPts val="0"/>
              </a:spcBef>
              <a:spcAft>
                <a:spcPts val="0"/>
              </a:spcAft>
              <a:buClr>
                <a:schemeClr val="accent3"/>
              </a:buClr>
              <a:buSzPts val="1400"/>
              <a:buFont typeface="Red Hat Display"/>
              <a:buNone/>
              <a:defRPr>
                <a:solidFill>
                  <a:schemeClr val="accent3"/>
                </a:solidFill>
              </a:defRPr>
            </a:lvl9pPr>
          </a:lstStyle>
          <a:p/>
        </p:txBody>
      </p:sp>
      <p:sp>
        <p:nvSpPr>
          <p:cNvPr id="370" name="Google Shape;370;p26"/>
          <p:cNvSpPr/>
          <p:nvPr/>
        </p:nvSpPr>
        <p:spPr>
          <a:xfrm>
            <a:off x="225998" y="580123"/>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p:cSld name="CUSTOM_5_2_3">
    <p:spTree>
      <p:nvGrpSpPr>
        <p:cNvPr id="371" name="Shape 371"/>
        <p:cNvGrpSpPr/>
        <p:nvPr/>
      </p:nvGrpSpPr>
      <p:grpSpPr>
        <a:xfrm>
          <a:off x="0" y="0"/>
          <a:ext cx="0" cy="0"/>
          <a:chOff x="0" y="0"/>
          <a:chExt cx="0" cy="0"/>
        </a:xfrm>
      </p:grpSpPr>
      <p:sp>
        <p:nvSpPr>
          <p:cNvPr id="372" name="Google Shape;372;p27"/>
          <p:cNvSpPr txBox="1"/>
          <p:nvPr>
            <p:ph type="title"/>
          </p:nvPr>
        </p:nvSpPr>
        <p:spPr>
          <a:xfrm>
            <a:off x="609600" y="724825"/>
            <a:ext cx="40158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373" name="Google Shape;373;p27"/>
          <p:cNvSpPr txBox="1"/>
          <p:nvPr>
            <p:ph idx="1" type="subTitle"/>
          </p:nvPr>
        </p:nvSpPr>
        <p:spPr>
          <a:xfrm>
            <a:off x="609600" y="457200"/>
            <a:ext cx="4015800" cy="264600"/>
          </a:xfrm>
          <a:prstGeom prst="rect">
            <a:avLst/>
          </a:prstGeom>
        </p:spPr>
        <p:txBody>
          <a:bodyPr anchorCtr="0" anchor="b" bIns="0" lIns="0" spcFirstLastPara="1" rIns="0" wrap="square" tIns="0">
            <a:noAutofit/>
          </a:bodyPr>
          <a:lstStyle>
            <a:lvl1pPr lvl="0">
              <a:spcBef>
                <a:spcPts val="0"/>
              </a:spcBef>
              <a:spcAft>
                <a:spcPts val="0"/>
              </a:spcAft>
              <a:buClr>
                <a:schemeClr val="accent3"/>
              </a:buClr>
              <a:buSzPts val="1000"/>
              <a:buFont typeface="Red Hat Display"/>
              <a:buNone/>
              <a:defRPr sz="1000">
                <a:solidFill>
                  <a:schemeClr val="accent3"/>
                </a:solidFill>
              </a:defRPr>
            </a:lvl1pPr>
            <a:lvl2pPr lvl="1">
              <a:spcBef>
                <a:spcPts val="0"/>
              </a:spcBef>
              <a:spcAft>
                <a:spcPts val="0"/>
              </a:spcAft>
              <a:buClr>
                <a:schemeClr val="accent3"/>
              </a:buClr>
              <a:buSzPts val="1400"/>
              <a:buFont typeface="Red Hat Display"/>
              <a:buNone/>
              <a:defRPr>
                <a:solidFill>
                  <a:schemeClr val="accent3"/>
                </a:solidFill>
              </a:defRPr>
            </a:lvl2pPr>
            <a:lvl3pPr lvl="2">
              <a:spcBef>
                <a:spcPts val="0"/>
              </a:spcBef>
              <a:spcAft>
                <a:spcPts val="0"/>
              </a:spcAft>
              <a:buClr>
                <a:schemeClr val="accent3"/>
              </a:buClr>
              <a:buSzPts val="1400"/>
              <a:buFont typeface="Red Hat Display"/>
              <a:buNone/>
              <a:defRPr>
                <a:solidFill>
                  <a:schemeClr val="accent3"/>
                </a:solidFill>
              </a:defRPr>
            </a:lvl3pPr>
            <a:lvl4pPr lvl="3">
              <a:spcBef>
                <a:spcPts val="0"/>
              </a:spcBef>
              <a:spcAft>
                <a:spcPts val="0"/>
              </a:spcAft>
              <a:buClr>
                <a:schemeClr val="accent3"/>
              </a:buClr>
              <a:buSzPts val="1400"/>
              <a:buFont typeface="Red Hat Display"/>
              <a:buNone/>
              <a:defRPr>
                <a:solidFill>
                  <a:schemeClr val="accent3"/>
                </a:solidFill>
              </a:defRPr>
            </a:lvl4pPr>
            <a:lvl5pPr lvl="4">
              <a:spcBef>
                <a:spcPts val="0"/>
              </a:spcBef>
              <a:spcAft>
                <a:spcPts val="0"/>
              </a:spcAft>
              <a:buClr>
                <a:schemeClr val="accent3"/>
              </a:buClr>
              <a:buSzPts val="1400"/>
              <a:buFont typeface="Red Hat Display"/>
              <a:buNone/>
              <a:defRPr>
                <a:solidFill>
                  <a:schemeClr val="accent3"/>
                </a:solidFill>
              </a:defRPr>
            </a:lvl5pPr>
            <a:lvl6pPr lvl="5">
              <a:spcBef>
                <a:spcPts val="0"/>
              </a:spcBef>
              <a:spcAft>
                <a:spcPts val="0"/>
              </a:spcAft>
              <a:buClr>
                <a:schemeClr val="accent3"/>
              </a:buClr>
              <a:buSzPts val="1400"/>
              <a:buFont typeface="Red Hat Display"/>
              <a:buNone/>
              <a:defRPr>
                <a:solidFill>
                  <a:schemeClr val="accent3"/>
                </a:solidFill>
              </a:defRPr>
            </a:lvl6pPr>
            <a:lvl7pPr lvl="6">
              <a:spcBef>
                <a:spcPts val="0"/>
              </a:spcBef>
              <a:spcAft>
                <a:spcPts val="0"/>
              </a:spcAft>
              <a:buClr>
                <a:schemeClr val="accent3"/>
              </a:buClr>
              <a:buSzPts val="1400"/>
              <a:buFont typeface="Red Hat Display"/>
              <a:buNone/>
              <a:defRPr>
                <a:solidFill>
                  <a:schemeClr val="accent3"/>
                </a:solidFill>
              </a:defRPr>
            </a:lvl7pPr>
            <a:lvl8pPr lvl="7">
              <a:spcBef>
                <a:spcPts val="0"/>
              </a:spcBef>
              <a:spcAft>
                <a:spcPts val="0"/>
              </a:spcAft>
              <a:buClr>
                <a:schemeClr val="accent3"/>
              </a:buClr>
              <a:buSzPts val="1400"/>
              <a:buFont typeface="Red Hat Display"/>
              <a:buNone/>
              <a:defRPr>
                <a:solidFill>
                  <a:schemeClr val="accent3"/>
                </a:solidFill>
              </a:defRPr>
            </a:lvl8pPr>
            <a:lvl9pPr lvl="8">
              <a:spcBef>
                <a:spcPts val="0"/>
              </a:spcBef>
              <a:spcAft>
                <a:spcPts val="0"/>
              </a:spcAft>
              <a:buClr>
                <a:schemeClr val="accent3"/>
              </a:buClr>
              <a:buSzPts val="1400"/>
              <a:buFont typeface="Red Hat Display"/>
              <a:buNone/>
              <a:defRPr>
                <a:solidFill>
                  <a:schemeClr val="accent3"/>
                </a:solidFill>
              </a:defRPr>
            </a:lvl9pPr>
          </a:lstStyle>
          <a:p/>
        </p:txBody>
      </p:sp>
      <p:sp>
        <p:nvSpPr>
          <p:cNvPr id="374" name="Google Shape;374;p27"/>
          <p:cNvSpPr/>
          <p:nvPr/>
        </p:nvSpPr>
        <p:spPr>
          <a:xfrm>
            <a:off x="225998" y="580123"/>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75" name="Google Shape;375;p27"/>
          <p:cNvSpPr/>
          <p:nvPr/>
        </p:nvSpPr>
        <p:spPr>
          <a:xfrm>
            <a:off x="225998" y="580123"/>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latin typeface="Red Hat Display"/>
              <a:ea typeface="Red Hat Display"/>
              <a:cs typeface="Red Hat Display"/>
              <a:sym typeface="Red Hat Display"/>
            </a:endParaRPr>
          </a:p>
        </p:txBody>
      </p:sp>
      <p:sp>
        <p:nvSpPr>
          <p:cNvPr id="376" name="Google Shape;376;p27"/>
          <p:cNvSpPr txBox="1"/>
          <p:nvPr>
            <p:ph idx="2" type="subTitle"/>
          </p:nvPr>
        </p:nvSpPr>
        <p:spPr>
          <a:xfrm>
            <a:off x="1977175" y="1698625"/>
            <a:ext cx="1369500" cy="2907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77" name="Google Shape;377;p27"/>
          <p:cNvSpPr txBox="1"/>
          <p:nvPr>
            <p:ph idx="3" type="subTitle"/>
          </p:nvPr>
        </p:nvSpPr>
        <p:spPr>
          <a:xfrm>
            <a:off x="3623185" y="1698625"/>
            <a:ext cx="1369500" cy="2907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78" name="Google Shape;378;p27"/>
          <p:cNvSpPr txBox="1"/>
          <p:nvPr>
            <p:ph idx="4" type="subTitle"/>
          </p:nvPr>
        </p:nvSpPr>
        <p:spPr>
          <a:xfrm>
            <a:off x="5465499" y="1698625"/>
            <a:ext cx="1369500" cy="290700"/>
          </a:xfrm>
          <a:prstGeom prst="rect">
            <a:avLst/>
          </a:prstGeom>
        </p:spPr>
        <p:txBody>
          <a:bodyPr anchorCtr="0" anchor="ctr" bIns="0" lIns="0" spcFirstLastPara="1" rIns="0" wrap="square" tIns="0">
            <a:noAutofit/>
          </a:bodyPr>
          <a:lstStyle>
            <a:lvl1pPr lvl="0">
              <a:spcBef>
                <a:spcPts val="0"/>
              </a:spcBef>
              <a:spcAft>
                <a:spcPts val="0"/>
              </a:spcAft>
              <a:buSzPts val="1000"/>
              <a:buFont typeface="Red Hat Display SemiBold"/>
              <a:buNone/>
              <a:defRPr sz="1000">
                <a:latin typeface="Red Hat Display SemiBold"/>
                <a:ea typeface="Red Hat Display SemiBold"/>
                <a:cs typeface="Red Hat Display SemiBold"/>
                <a:sym typeface="Red Hat Display SemiBold"/>
              </a:defRPr>
            </a:lvl1pPr>
            <a:lvl2pPr lvl="1">
              <a:spcBef>
                <a:spcPts val="0"/>
              </a:spcBef>
              <a:spcAft>
                <a:spcPts val="0"/>
              </a:spcAft>
              <a:buSzPts val="1400"/>
              <a:buFont typeface="Red Hat Display"/>
              <a:buNone/>
              <a:defRPr/>
            </a:lvl2pPr>
            <a:lvl3pPr lvl="2">
              <a:spcBef>
                <a:spcPts val="0"/>
              </a:spcBef>
              <a:spcAft>
                <a:spcPts val="0"/>
              </a:spcAft>
              <a:buSzPts val="1400"/>
              <a:buFont typeface="Red Hat Display"/>
              <a:buNone/>
              <a:defRPr/>
            </a:lvl3pPr>
            <a:lvl4pPr lvl="3">
              <a:spcBef>
                <a:spcPts val="0"/>
              </a:spcBef>
              <a:spcAft>
                <a:spcPts val="0"/>
              </a:spcAft>
              <a:buSzPts val="1400"/>
              <a:buFont typeface="Red Hat Display"/>
              <a:buNone/>
              <a:defRPr/>
            </a:lvl4pPr>
            <a:lvl5pPr lvl="4">
              <a:spcBef>
                <a:spcPts val="0"/>
              </a:spcBef>
              <a:spcAft>
                <a:spcPts val="0"/>
              </a:spcAft>
              <a:buSzPts val="1400"/>
              <a:buFont typeface="Red Hat Display"/>
              <a:buNone/>
              <a:defRPr/>
            </a:lvl5pPr>
            <a:lvl6pPr lvl="5">
              <a:spcBef>
                <a:spcPts val="0"/>
              </a:spcBef>
              <a:spcAft>
                <a:spcPts val="0"/>
              </a:spcAft>
              <a:buSzPts val="1400"/>
              <a:buFont typeface="Red Hat Display"/>
              <a:buNone/>
              <a:defRPr/>
            </a:lvl6pPr>
            <a:lvl7pPr lvl="6">
              <a:spcBef>
                <a:spcPts val="0"/>
              </a:spcBef>
              <a:spcAft>
                <a:spcPts val="0"/>
              </a:spcAft>
              <a:buSzPts val="1400"/>
              <a:buFont typeface="Red Hat Display"/>
              <a:buNone/>
              <a:defRPr/>
            </a:lvl7pPr>
            <a:lvl8pPr lvl="7">
              <a:spcBef>
                <a:spcPts val="0"/>
              </a:spcBef>
              <a:spcAft>
                <a:spcPts val="0"/>
              </a:spcAft>
              <a:buSzPts val="1400"/>
              <a:buFont typeface="Red Hat Display"/>
              <a:buNone/>
              <a:defRPr/>
            </a:lvl8pPr>
            <a:lvl9pPr lvl="8">
              <a:spcBef>
                <a:spcPts val="0"/>
              </a:spcBef>
              <a:spcAft>
                <a:spcPts val="0"/>
              </a:spcAft>
              <a:buSzPts val="1400"/>
              <a:buFont typeface="Red Hat Display"/>
              <a:buNone/>
              <a:defRPr/>
            </a:lvl9pPr>
          </a:lstStyle>
          <a:p/>
        </p:txBody>
      </p:sp>
      <p:sp>
        <p:nvSpPr>
          <p:cNvPr id="379" name="Google Shape;379;p27"/>
          <p:cNvSpPr txBox="1"/>
          <p:nvPr>
            <p:ph idx="5" type="subTitle"/>
          </p:nvPr>
        </p:nvSpPr>
        <p:spPr>
          <a:xfrm>
            <a:off x="385125" y="2200600"/>
            <a:ext cx="1503300" cy="4101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p:txBody>
      </p:sp>
      <p:sp>
        <p:nvSpPr>
          <p:cNvPr id="380" name="Google Shape;380;p27"/>
          <p:cNvSpPr txBox="1"/>
          <p:nvPr>
            <p:ph idx="6" type="subTitle"/>
          </p:nvPr>
        </p:nvSpPr>
        <p:spPr>
          <a:xfrm>
            <a:off x="385125" y="2610850"/>
            <a:ext cx="1503300" cy="4101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p:txBody>
      </p:sp>
      <p:sp>
        <p:nvSpPr>
          <p:cNvPr id="381" name="Google Shape;381;p27"/>
          <p:cNvSpPr txBox="1"/>
          <p:nvPr>
            <p:ph idx="7" type="subTitle"/>
          </p:nvPr>
        </p:nvSpPr>
        <p:spPr>
          <a:xfrm>
            <a:off x="385125" y="3024075"/>
            <a:ext cx="1503300" cy="4101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p:txBody>
      </p:sp>
      <p:sp>
        <p:nvSpPr>
          <p:cNvPr id="382" name="Google Shape;382;p27"/>
          <p:cNvSpPr txBox="1"/>
          <p:nvPr>
            <p:ph idx="8" type="subTitle"/>
          </p:nvPr>
        </p:nvSpPr>
        <p:spPr>
          <a:xfrm>
            <a:off x="385125" y="3429650"/>
            <a:ext cx="1503300" cy="4101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p:txBody>
      </p:sp>
      <p:sp>
        <p:nvSpPr>
          <p:cNvPr id="383" name="Google Shape;383;p27"/>
          <p:cNvSpPr txBox="1"/>
          <p:nvPr>
            <p:ph idx="9" type="subTitle"/>
          </p:nvPr>
        </p:nvSpPr>
        <p:spPr>
          <a:xfrm>
            <a:off x="385125" y="3848500"/>
            <a:ext cx="1503300" cy="4101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p:txBody>
      </p:sp>
      <p:sp>
        <p:nvSpPr>
          <p:cNvPr id="384" name="Google Shape;384;p27"/>
          <p:cNvSpPr txBox="1"/>
          <p:nvPr>
            <p:ph idx="13" type="subTitle"/>
          </p:nvPr>
        </p:nvSpPr>
        <p:spPr>
          <a:xfrm>
            <a:off x="1977175" y="220060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85" name="Google Shape;385;p27"/>
          <p:cNvSpPr txBox="1"/>
          <p:nvPr>
            <p:ph idx="14" type="subTitle"/>
          </p:nvPr>
        </p:nvSpPr>
        <p:spPr>
          <a:xfrm>
            <a:off x="1977175" y="261085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86" name="Google Shape;386;p27"/>
          <p:cNvSpPr txBox="1"/>
          <p:nvPr>
            <p:ph idx="15" type="subTitle"/>
          </p:nvPr>
        </p:nvSpPr>
        <p:spPr>
          <a:xfrm>
            <a:off x="1977175" y="302220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87" name="Google Shape;387;p27"/>
          <p:cNvSpPr txBox="1"/>
          <p:nvPr>
            <p:ph idx="16" type="subTitle"/>
          </p:nvPr>
        </p:nvSpPr>
        <p:spPr>
          <a:xfrm>
            <a:off x="1977175" y="343700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88" name="Google Shape;388;p27"/>
          <p:cNvSpPr txBox="1"/>
          <p:nvPr>
            <p:ph idx="17" type="subTitle"/>
          </p:nvPr>
        </p:nvSpPr>
        <p:spPr>
          <a:xfrm>
            <a:off x="1977175" y="384945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89" name="Google Shape;389;p27"/>
          <p:cNvSpPr txBox="1"/>
          <p:nvPr>
            <p:ph idx="18" type="subTitle"/>
          </p:nvPr>
        </p:nvSpPr>
        <p:spPr>
          <a:xfrm>
            <a:off x="3623175" y="220060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90" name="Google Shape;390;p27"/>
          <p:cNvSpPr txBox="1"/>
          <p:nvPr>
            <p:ph idx="19" type="subTitle"/>
          </p:nvPr>
        </p:nvSpPr>
        <p:spPr>
          <a:xfrm>
            <a:off x="3623175" y="261085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91" name="Google Shape;391;p27"/>
          <p:cNvSpPr txBox="1"/>
          <p:nvPr>
            <p:ph idx="20" type="subTitle"/>
          </p:nvPr>
        </p:nvSpPr>
        <p:spPr>
          <a:xfrm>
            <a:off x="3623175" y="302220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92" name="Google Shape;392;p27"/>
          <p:cNvSpPr txBox="1"/>
          <p:nvPr>
            <p:ph idx="21" type="subTitle"/>
          </p:nvPr>
        </p:nvSpPr>
        <p:spPr>
          <a:xfrm>
            <a:off x="3623175" y="343700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93" name="Google Shape;393;p27"/>
          <p:cNvSpPr txBox="1"/>
          <p:nvPr>
            <p:ph idx="22" type="subTitle"/>
          </p:nvPr>
        </p:nvSpPr>
        <p:spPr>
          <a:xfrm>
            <a:off x="3623175" y="384945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94" name="Google Shape;394;p27"/>
          <p:cNvSpPr txBox="1"/>
          <p:nvPr>
            <p:ph idx="23" type="subTitle"/>
          </p:nvPr>
        </p:nvSpPr>
        <p:spPr>
          <a:xfrm>
            <a:off x="5465501" y="2200600"/>
            <a:ext cx="28707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95" name="Google Shape;395;p27"/>
          <p:cNvSpPr txBox="1"/>
          <p:nvPr>
            <p:ph idx="24" type="subTitle"/>
          </p:nvPr>
        </p:nvSpPr>
        <p:spPr>
          <a:xfrm>
            <a:off x="5465501" y="2610850"/>
            <a:ext cx="28707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96" name="Google Shape;396;p27"/>
          <p:cNvSpPr txBox="1"/>
          <p:nvPr>
            <p:ph idx="25" type="subTitle"/>
          </p:nvPr>
        </p:nvSpPr>
        <p:spPr>
          <a:xfrm>
            <a:off x="5465501" y="3022200"/>
            <a:ext cx="28707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97" name="Google Shape;397;p27"/>
          <p:cNvSpPr txBox="1"/>
          <p:nvPr>
            <p:ph idx="26" type="subTitle"/>
          </p:nvPr>
        </p:nvSpPr>
        <p:spPr>
          <a:xfrm>
            <a:off x="5465501" y="3437000"/>
            <a:ext cx="28707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98" name="Google Shape;398;p27"/>
          <p:cNvSpPr txBox="1"/>
          <p:nvPr>
            <p:ph idx="27" type="subTitle"/>
          </p:nvPr>
        </p:nvSpPr>
        <p:spPr>
          <a:xfrm>
            <a:off x="5465501" y="3849450"/>
            <a:ext cx="28707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highlights">
  <p:cSld name="CUSTOM_5_2_2">
    <p:spTree>
      <p:nvGrpSpPr>
        <p:cNvPr id="399" name="Shape 399"/>
        <p:cNvGrpSpPr/>
        <p:nvPr/>
      </p:nvGrpSpPr>
      <p:grpSpPr>
        <a:xfrm>
          <a:off x="0" y="0"/>
          <a:ext cx="0" cy="0"/>
          <a:chOff x="0" y="0"/>
          <a:chExt cx="0" cy="0"/>
        </a:xfrm>
      </p:grpSpPr>
      <p:sp>
        <p:nvSpPr>
          <p:cNvPr id="400" name="Google Shape;400;p28"/>
          <p:cNvSpPr txBox="1"/>
          <p:nvPr>
            <p:ph type="title"/>
          </p:nvPr>
        </p:nvSpPr>
        <p:spPr>
          <a:xfrm>
            <a:off x="609600" y="724825"/>
            <a:ext cx="40158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401" name="Google Shape;401;p28"/>
          <p:cNvSpPr txBox="1"/>
          <p:nvPr>
            <p:ph idx="1" type="subTitle"/>
          </p:nvPr>
        </p:nvSpPr>
        <p:spPr>
          <a:xfrm>
            <a:off x="609600" y="457200"/>
            <a:ext cx="4015800" cy="264600"/>
          </a:xfrm>
          <a:prstGeom prst="rect">
            <a:avLst/>
          </a:prstGeom>
        </p:spPr>
        <p:txBody>
          <a:bodyPr anchorCtr="0" anchor="b" bIns="0" lIns="0" spcFirstLastPara="1" rIns="0" wrap="square" tIns="0">
            <a:noAutofit/>
          </a:bodyPr>
          <a:lstStyle>
            <a:lvl1pPr lvl="0">
              <a:spcBef>
                <a:spcPts val="0"/>
              </a:spcBef>
              <a:spcAft>
                <a:spcPts val="0"/>
              </a:spcAft>
              <a:buClr>
                <a:schemeClr val="accent3"/>
              </a:buClr>
              <a:buSzPts val="1000"/>
              <a:buFont typeface="Red Hat Display"/>
              <a:buNone/>
              <a:defRPr sz="1000">
                <a:solidFill>
                  <a:schemeClr val="accent3"/>
                </a:solidFill>
              </a:defRPr>
            </a:lvl1pPr>
            <a:lvl2pPr lvl="1">
              <a:spcBef>
                <a:spcPts val="0"/>
              </a:spcBef>
              <a:spcAft>
                <a:spcPts val="0"/>
              </a:spcAft>
              <a:buClr>
                <a:schemeClr val="accent3"/>
              </a:buClr>
              <a:buSzPts val="1400"/>
              <a:buFont typeface="Red Hat Display"/>
              <a:buNone/>
              <a:defRPr>
                <a:solidFill>
                  <a:schemeClr val="accent3"/>
                </a:solidFill>
              </a:defRPr>
            </a:lvl2pPr>
            <a:lvl3pPr lvl="2">
              <a:spcBef>
                <a:spcPts val="0"/>
              </a:spcBef>
              <a:spcAft>
                <a:spcPts val="0"/>
              </a:spcAft>
              <a:buClr>
                <a:schemeClr val="accent3"/>
              </a:buClr>
              <a:buSzPts val="1400"/>
              <a:buFont typeface="Red Hat Display"/>
              <a:buNone/>
              <a:defRPr>
                <a:solidFill>
                  <a:schemeClr val="accent3"/>
                </a:solidFill>
              </a:defRPr>
            </a:lvl3pPr>
            <a:lvl4pPr lvl="3">
              <a:spcBef>
                <a:spcPts val="0"/>
              </a:spcBef>
              <a:spcAft>
                <a:spcPts val="0"/>
              </a:spcAft>
              <a:buClr>
                <a:schemeClr val="accent3"/>
              </a:buClr>
              <a:buSzPts val="1400"/>
              <a:buFont typeface="Red Hat Display"/>
              <a:buNone/>
              <a:defRPr>
                <a:solidFill>
                  <a:schemeClr val="accent3"/>
                </a:solidFill>
              </a:defRPr>
            </a:lvl4pPr>
            <a:lvl5pPr lvl="4">
              <a:spcBef>
                <a:spcPts val="0"/>
              </a:spcBef>
              <a:spcAft>
                <a:spcPts val="0"/>
              </a:spcAft>
              <a:buClr>
                <a:schemeClr val="accent3"/>
              </a:buClr>
              <a:buSzPts val="1400"/>
              <a:buFont typeface="Red Hat Display"/>
              <a:buNone/>
              <a:defRPr>
                <a:solidFill>
                  <a:schemeClr val="accent3"/>
                </a:solidFill>
              </a:defRPr>
            </a:lvl5pPr>
            <a:lvl6pPr lvl="5">
              <a:spcBef>
                <a:spcPts val="0"/>
              </a:spcBef>
              <a:spcAft>
                <a:spcPts val="0"/>
              </a:spcAft>
              <a:buClr>
                <a:schemeClr val="accent3"/>
              </a:buClr>
              <a:buSzPts val="1400"/>
              <a:buFont typeface="Red Hat Display"/>
              <a:buNone/>
              <a:defRPr>
                <a:solidFill>
                  <a:schemeClr val="accent3"/>
                </a:solidFill>
              </a:defRPr>
            </a:lvl6pPr>
            <a:lvl7pPr lvl="6">
              <a:spcBef>
                <a:spcPts val="0"/>
              </a:spcBef>
              <a:spcAft>
                <a:spcPts val="0"/>
              </a:spcAft>
              <a:buClr>
                <a:schemeClr val="accent3"/>
              </a:buClr>
              <a:buSzPts val="1400"/>
              <a:buFont typeface="Red Hat Display"/>
              <a:buNone/>
              <a:defRPr>
                <a:solidFill>
                  <a:schemeClr val="accent3"/>
                </a:solidFill>
              </a:defRPr>
            </a:lvl7pPr>
            <a:lvl8pPr lvl="7">
              <a:spcBef>
                <a:spcPts val="0"/>
              </a:spcBef>
              <a:spcAft>
                <a:spcPts val="0"/>
              </a:spcAft>
              <a:buClr>
                <a:schemeClr val="accent3"/>
              </a:buClr>
              <a:buSzPts val="1400"/>
              <a:buFont typeface="Red Hat Display"/>
              <a:buNone/>
              <a:defRPr>
                <a:solidFill>
                  <a:schemeClr val="accent3"/>
                </a:solidFill>
              </a:defRPr>
            </a:lvl8pPr>
            <a:lvl9pPr lvl="8">
              <a:spcBef>
                <a:spcPts val="0"/>
              </a:spcBef>
              <a:spcAft>
                <a:spcPts val="0"/>
              </a:spcAft>
              <a:buClr>
                <a:schemeClr val="accent3"/>
              </a:buClr>
              <a:buSzPts val="1400"/>
              <a:buFont typeface="Red Hat Display"/>
              <a:buNone/>
              <a:defRPr>
                <a:solidFill>
                  <a:schemeClr val="accent3"/>
                </a:solidFill>
              </a:defRPr>
            </a:lvl9pPr>
          </a:lstStyle>
          <a:p/>
        </p:txBody>
      </p:sp>
      <p:sp>
        <p:nvSpPr>
          <p:cNvPr id="402" name="Google Shape;402;p28"/>
          <p:cNvSpPr/>
          <p:nvPr/>
        </p:nvSpPr>
        <p:spPr>
          <a:xfrm>
            <a:off x="225998" y="580123"/>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03" name="Google Shape;403;p28"/>
          <p:cNvSpPr txBox="1"/>
          <p:nvPr>
            <p:ph idx="2" type="subTitle"/>
          </p:nvPr>
        </p:nvSpPr>
        <p:spPr>
          <a:xfrm>
            <a:off x="229525" y="2435600"/>
            <a:ext cx="1500900" cy="2646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404" name="Google Shape;404;p28"/>
          <p:cNvSpPr txBox="1"/>
          <p:nvPr>
            <p:ph idx="3" type="subTitle"/>
          </p:nvPr>
        </p:nvSpPr>
        <p:spPr>
          <a:xfrm>
            <a:off x="2015702" y="2435600"/>
            <a:ext cx="1500900" cy="2646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405" name="Google Shape;405;p28"/>
          <p:cNvSpPr txBox="1"/>
          <p:nvPr>
            <p:ph idx="4" type="subTitle"/>
          </p:nvPr>
        </p:nvSpPr>
        <p:spPr>
          <a:xfrm>
            <a:off x="3774602" y="2435600"/>
            <a:ext cx="1500900" cy="264600"/>
          </a:xfrm>
          <a:prstGeom prst="rect">
            <a:avLst/>
          </a:prstGeom>
        </p:spPr>
        <p:txBody>
          <a:bodyPr anchorCtr="0" anchor="ctr"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406" name="Google Shape;406;p28"/>
          <p:cNvSpPr txBox="1"/>
          <p:nvPr>
            <p:ph idx="5" type="subTitle"/>
          </p:nvPr>
        </p:nvSpPr>
        <p:spPr>
          <a:xfrm>
            <a:off x="5616677" y="2435600"/>
            <a:ext cx="1500900" cy="2646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407" name="Google Shape;407;p28"/>
          <p:cNvSpPr txBox="1"/>
          <p:nvPr>
            <p:ph idx="6" type="subTitle"/>
          </p:nvPr>
        </p:nvSpPr>
        <p:spPr>
          <a:xfrm>
            <a:off x="7411452" y="2435600"/>
            <a:ext cx="1500900" cy="2646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408" name="Google Shape;408;p28"/>
          <p:cNvSpPr txBox="1"/>
          <p:nvPr>
            <p:ph idx="7" type="body"/>
          </p:nvPr>
        </p:nvSpPr>
        <p:spPr>
          <a:xfrm>
            <a:off x="387584" y="2820600"/>
            <a:ext cx="1239300" cy="11652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
        <p:nvSpPr>
          <p:cNvPr id="409" name="Google Shape;409;p28"/>
          <p:cNvSpPr txBox="1"/>
          <p:nvPr>
            <p:ph idx="8" type="body"/>
          </p:nvPr>
        </p:nvSpPr>
        <p:spPr>
          <a:xfrm>
            <a:off x="2164609" y="2820600"/>
            <a:ext cx="1239300" cy="1165200"/>
          </a:xfrm>
          <a:prstGeom prst="rect">
            <a:avLst/>
          </a:prstGeom>
        </p:spPr>
        <p:txBody>
          <a:bodyPr anchorCtr="0" anchor="t" bIns="0" lIns="0" spcFirstLastPara="1" rIns="0" wrap="square" tIns="0">
            <a:spAutoFit/>
          </a:bodyPr>
          <a:lstStyle>
            <a:lvl1pPr indent="-285750" lvl="0" marL="457200">
              <a:lnSpc>
                <a:spcPct val="100000"/>
              </a:lnSpc>
              <a:spcBef>
                <a:spcPts val="0"/>
              </a:spcBef>
              <a:spcAft>
                <a:spcPts val="0"/>
              </a:spcAft>
              <a:buClr>
                <a:schemeClr val="lt1"/>
              </a:buClr>
              <a:buSzPts val="900"/>
              <a:buFont typeface="Red Hat Display"/>
              <a:buChar char="●"/>
              <a:defRPr sz="900"/>
            </a:lvl1pPr>
            <a:lvl2pPr indent="-285750" lvl="1" marL="914400">
              <a:lnSpc>
                <a:spcPct val="100000"/>
              </a:lnSpc>
              <a:spcBef>
                <a:spcPts val="0"/>
              </a:spcBef>
              <a:spcAft>
                <a:spcPts val="0"/>
              </a:spcAft>
              <a:buClr>
                <a:schemeClr val="lt1"/>
              </a:buClr>
              <a:buSzPts val="900"/>
              <a:buFont typeface="Red Hat Display"/>
              <a:buChar char="○"/>
              <a:defRPr sz="900"/>
            </a:lvl2pPr>
            <a:lvl3pPr indent="-285750" lvl="2" marL="1371600">
              <a:lnSpc>
                <a:spcPct val="100000"/>
              </a:lnSpc>
              <a:spcBef>
                <a:spcPts val="0"/>
              </a:spcBef>
              <a:spcAft>
                <a:spcPts val="0"/>
              </a:spcAft>
              <a:buClr>
                <a:schemeClr val="lt1"/>
              </a:buClr>
              <a:buSzPts val="900"/>
              <a:buFont typeface="Red Hat Display"/>
              <a:buChar char="■"/>
              <a:defRPr sz="900"/>
            </a:lvl3pPr>
            <a:lvl4pPr indent="-285750" lvl="3" marL="1828800">
              <a:lnSpc>
                <a:spcPct val="100000"/>
              </a:lnSpc>
              <a:spcBef>
                <a:spcPts val="0"/>
              </a:spcBef>
              <a:spcAft>
                <a:spcPts val="0"/>
              </a:spcAft>
              <a:buClr>
                <a:schemeClr val="lt1"/>
              </a:buClr>
              <a:buSzPts val="900"/>
              <a:buFont typeface="Red Hat Display"/>
              <a:buChar char="●"/>
              <a:defRPr sz="900"/>
            </a:lvl4pPr>
            <a:lvl5pPr indent="-285750" lvl="4" marL="2286000">
              <a:lnSpc>
                <a:spcPct val="100000"/>
              </a:lnSpc>
              <a:spcBef>
                <a:spcPts val="0"/>
              </a:spcBef>
              <a:spcAft>
                <a:spcPts val="0"/>
              </a:spcAft>
              <a:buClr>
                <a:schemeClr val="lt1"/>
              </a:buClr>
              <a:buSzPts val="900"/>
              <a:buFont typeface="Red Hat Display"/>
              <a:buChar char="○"/>
              <a:defRPr sz="900"/>
            </a:lvl5pPr>
            <a:lvl6pPr indent="-285750" lvl="5" marL="2743200">
              <a:lnSpc>
                <a:spcPct val="100000"/>
              </a:lnSpc>
              <a:spcBef>
                <a:spcPts val="0"/>
              </a:spcBef>
              <a:spcAft>
                <a:spcPts val="0"/>
              </a:spcAft>
              <a:buClr>
                <a:schemeClr val="lt1"/>
              </a:buClr>
              <a:buSzPts val="900"/>
              <a:buFont typeface="Red Hat Display"/>
              <a:buChar char="■"/>
              <a:defRPr sz="900"/>
            </a:lvl6pPr>
            <a:lvl7pPr indent="-285750" lvl="6" marL="3200400">
              <a:lnSpc>
                <a:spcPct val="100000"/>
              </a:lnSpc>
              <a:spcBef>
                <a:spcPts val="0"/>
              </a:spcBef>
              <a:spcAft>
                <a:spcPts val="0"/>
              </a:spcAft>
              <a:buClr>
                <a:schemeClr val="lt1"/>
              </a:buClr>
              <a:buSzPts val="900"/>
              <a:buFont typeface="Red Hat Display"/>
              <a:buChar char="●"/>
              <a:defRPr sz="900"/>
            </a:lvl7pPr>
            <a:lvl8pPr indent="-285750" lvl="7" marL="3657600">
              <a:lnSpc>
                <a:spcPct val="100000"/>
              </a:lnSpc>
              <a:spcBef>
                <a:spcPts val="0"/>
              </a:spcBef>
              <a:spcAft>
                <a:spcPts val="0"/>
              </a:spcAft>
              <a:buClr>
                <a:schemeClr val="lt1"/>
              </a:buClr>
              <a:buSzPts val="900"/>
              <a:buFont typeface="Red Hat Display"/>
              <a:buChar char="○"/>
              <a:defRPr sz="900"/>
            </a:lvl8pPr>
            <a:lvl9pPr indent="-285750" lvl="8" marL="4114800">
              <a:lnSpc>
                <a:spcPct val="100000"/>
              </a:lnSpc>
              <a:spcBef>
                <a:spcPts val="0"/>
              </a:spcBef>
              <a:spcAft>
                <a:spcPts val="0"/>
              </a:spcAft>
              <a:buClr>
                <a:schemeClr val="lt1"/>
              </a:buClr>
              <a:buSzPts val="900"/>
              <a:buFont typeface="Red Hat Display"/>
              <a:buChar char="■"/>
              <a:defRPr sz="900"/>
            </a:lvl9pPr>
          </a:lstStyle>
          <a:p/>
        </p:txBody>
      </p:sp>
      <p:sp>
        <p:nvSpPr>
          <p:cNvPr id="410" name="Google Shape;410;p28"/>
          <p:cNvSpPr txBox="1"/>
          <p:nvPr>
            <p:ph idx="9" type="body"/>
          </p:nvPr>
        </p:nvSpPr>
        <p:spPr>
          <a:xfrm>
            <a:off x="3941634" y="2820600"/>
            <a:ext cx="1239300" cy="11652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
        <p:nvSpPr>
          <p:cNvPr id="411" name="Google Shape;411;p28"/>
          <p:cNvSpPr txBox="1"/>
          <p:nvPr>
            <p:ph idx="13" type="body"/>
          </p:nvPr>
        </p:nvSpPr>
        <p:spPr>
          <a:xfrm>
            <a:off x="5764484" y="2820600"/>
            <a:ext cx="1239300" cy="11652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
        <p:nvSpPr>
          <p:cNvPr id="412" name="Google Shape;412;p28"/>
          <p:cNvSpPr txBox="1"/>
          <p:nvPr>
            <p:ph idx="14" type="body"/>
          </p:nvPr>
        </p:nvSpPr>
        <p:spPr>
          <a:xfrm>
            <a:off x="7587334" y="2820600"/>
            <a:ext cx="1239300" cy="11652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highlights w/ dots">
  <p:cSld name="CUSTOM_5_2_1">
    <p:spTree>
      <p:nvGrpSpPr>
        <p:cNvPr id="413" name="Shape 413"/>
        <p:cNvGrpSpPr/>
        <p:nvPr/>
      </p:nvGrpSpPr>
      <p:grpSpPr>
        <a:xfrm>
          <a:off x="0" y="0"/>
          <a:ext cx="0" cy="0"/>
          <a:chOff x="0" y="0"/>
          <a:chExt cx="0" cy="0"/>
        </a:xfrm>
      </p:grpSpPr>
      <p:sp>
        <p:nvSpPr>
          <p:cNvPr id="414" name="Google Shape;414;p29"/>
          <p:cNvSpPr txBox="1"/>
          <p:nvPr>
            <p:ph type="title"/>
          </p:nvPr>
        </p:nvSpPr>
        <p:spPr>
          <a:xfrm>
            <a:off x="609600" y="724825"/>
            <a:ext cx="40158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415" name="Google Shape;415;p29"/>
          <p:cNvSpPr txBox="1"/>
          <p:nvPr>
            <p:ph idx="1" type="subTitle"/>
          </p:nvPr>
        </p:nvSpPr>
        <p:spPr>
          <a:xfrm>
            <a:off x="609600" y="457200"/>
            <a:ext cx="4015800" cy="264600"/>
          </a:xfrm>
          <a:prstGeom prst="rect">
            <a:avLst/>
          </a:prstGeom>
        </p:spPr>
        <p:txBody>
          <a:bodyPr anchorCtr="0" anchor="b" bIns="0" lIns="0" spcFirstLastPara="1" rIns="0" wrap="square" tIns="0">
            <a:noAutofit/>
          </a:bodyPr>
          <a:lstStyle>
            <a:lvl1pPr lvl="0">
              <a:spcBef>
                <a:spcPts val="0"/>
              </a:spcBef>
              <a:spcAft>
                <a:spcPts val="0"/>
              </a:spcAft>
              <a:buClr>
                <a:schemeClr val="accent3"/>
              </a:buClr>
              <a:buSzPts val="1000"/>
              <a:buFont typeface="Red Hat Display"/>
              <a:buNone/>
              <a:defRPr sz="1000">
                <a:solidFill>
                  <a:schemeClr val="accent3"/>
                </a:solidFill>
              </a:defRPr>
            </a:lvl1pPr>
            <a:lvl2pPr lvl="1">
              <a:spcBef>
                <a:spcPts val="0"/>
              </a:spcBef>
              <a:spcAft>
                <a:spcPts val="0"/>
              </a:spcAft>
              <a:buClr>
                <a:schemeClr val="accent3"/>
              </a:buClr>
              <a:buSzPts val="1400"/>
              <a:buFont typeface="Red Hat Display"/>
              <a:buNone/>
              <a:defRPr>
                <a:solidFill>
                  <a:schemeClr val="accent3"/>
                </a:solidFill>
              </a:defRPr>
            </a:lvl2pPr>
            <a:lvl3pPr lvl="2">
              <a:spcBef>
                <a:spcPts val="0"/>
              </a:spcBef>
              <a:spcAft>
                <a:spcPts val="0"/>
              </a:spcAft>
              <a:buClr>
                <a:schemeClr val="accent3"/>
              </a:buClr>
              <a:buSzPts val="1400"/>
              <a:buFont typeface="Red Hat Display"/>
              <a:buNone/>
              <a:defRPr>
                <a:solidFill>
                  <a:schemeClr val="accent3"/>
                </a:solidFill>
              </a:defRPr>
            </a:lvl3pPr>
            <a:lvl4pPr lvl="3">
              <a:spcBef>
                <a:spcPts val="0"/>
              </a:spcBef>
              <a:spcAft>
                <a:spcPts val="0"/>
              </a:spcAft>
              <a:buClr>
                <a:schemeClr val="accent3"/>
              </a:buClr>
              <a:buSzPts val="1400"/>
              <a:buFont typeface="Red Hat Display"/>
              <a:buNone/>
              <a:defRPr>
                <a:solidFill>
                  <a:schemeClr val="accent3"/>
                </a:solidFill>
              </a:defRPr>
            </a:lvl4pPr>
            <a:lvl5pPr lvl="4">
              <a:spcBef>
                <a:spcPts val="0"/>
              </a:spcBef>
              <a:spcAft>
                <a:spcPts val="0"/>
              </a:spcAft>
              <a:buClr>
                <a:schemeClr val="accent3"/>
              </a:buClr>
              <a:buSzPts val="1400"/>
              <a:buFont typeface="Red Hat Display"/>
              <a:buNone/>
              <a:defRPr>
                <a:solidFill>
                  <a:schemeClr val="accent3"/>
                </a:solidFill>
              </a:defRPr>
            </a:lvl5pPr>
            <a:lvl6pPr lvl="5">
              <a:spcBef>
                <a:spcPts val="0"/>
              </a:spcBef>
              <a:spcAft>
                <a:spcPts val="0"/>
              </a:spcAft>
              <a:buClr>
                <a:schemeClr val="accent3"/>
              </a:buClr>
              <a:buSzPts val="1400"/>
              <a:buFont typeface="Red Hat Display"/>
              <a:buNone/>
              <a:defRPr>
                <a:solidFill>
                  <a:schemeClr val="accent3"/>
                </a:solidFill>
              </a:defRPr>
            </a:lvl6pPr>
            <a:lvl7pPr lvl="6">
              <a:spcBef>
                <a:spcPts val="0"/>
              </a:spcBef>
              <a:spcAft>
                <a:spcPts val="0"/>
              </a:spcAft>
              <a:buClr>
                <a:schemeClr val="accent3"/>
              </a:buClr>
              <a:buSzPts val="1400"/>
              <a:buFont typeface="Red Hat Display"/>
              <a:buNone/>
              <a:defRPr>
                <a:solidFill>
                  <a:schemeClr val="accent3"/>
                </a:solidFill>
              </a:defRPr>
            </a:lvl7pPr>
            <a:lvl8pPr lvl="7">
              <a:spcBef>
                <a:spcPts val="0"/>
              </a:spcBef>
              <a:spcAft>
                <a:spcPts val="0"/>
              </a:spcAft>
              <a:buClr>
                <a:schemeClr val="accent3"/>
              </a:buClr>
              <a:buSzPts val="1400"/>
              <a:buFont typeface="Red Hat Display"/>
              <a:buNone/>
              <a:defRPr>
                <a:solidFill>
                  <a:schemeClr val="accent3"/>
                </a:solidFill>
              </a:defRPr>
            </a:lvl8pPr>
            <a:lvl9pPr lvl="8">
              <a:spcBef>
                <a:spcPts val="0"/>
              </a:spcBef>
              <a:spcAft>
                <a:spcPts val="0"/>
              </a:spcAft>
              <a:buClr>
                <a:schemeClr val="accent3"/>
              </a:buClr>
              <a:buSzPts val="1400"/>
              <a:buFont typeface="Red Hat Display"/>
              <a:buNone/>
              <a:defRPr>
                <a:solidFill>
                  <a:schemeClr val="accent3"/>
                </a:solidFill>
              </a:defRPr>
            </a:lvl9pPr>
          </a:lstStyle>
          <a:p/>
        </p:txBody>
      </p:sp>
      <p:sp>
        <p:nvSpPr>
          <p:cNvPr id="416" name="Google Shape;416;p29"/>
          <p:cNvSpPr/>
          <p:nvPr/>
        </p:nvSpPr>
        <p:spPr>
          <a:xfrm>
            <a:off x="225998" y="580123"/>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17" name="Google Shape;417;p29"/>
          <p:cNvSpPr txBox="1"/>
          <p:nvPr>
            <p:ph idx="2" type="subTitle"/>
          </p:nvPr>
        </p:nvSpPr>
        <p:spPr>
          <a:xfrm>
            <a:off x="351700" y="2435600"/>
            <a:ext cx="1500900" cy="2646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418" name="Google Shape;418;p29"/>
          <p:cNvSpPr txBox="1"/>
          <p:nvPr>
            <p:ph idx="3" type="subTitle"/>
          </p:nvPr>
        </p:nvSpPr>
        <p:spPr>
          <a:xfrm>
            <a:off x="3315050" y="2435600"/>
            <a:ext cx="1500900" cy="2646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419" name="Google Shape;419;p29"/>
          <p:cNvSpPr txBox="1"/>
          <p:nvPr>
            <p:ph idx="4" type="subTitle"/>
          </p:nvPr>
        </p:nvSpPr>
        <p:spPr>
          <a:xfrm>
            <a:off x="6278400" y="2435600"/>
            <a:ext cx="1500900" cy="264600"/>
          </a:xfrm>
          <a:prstGeom prst="rect">
            <a:avLst/>
          </a:prstGeom>
        </p:spPr>
        <p:txBody>
          <a:bodyPr anchorCtr="0" anchor="ctr"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420" name="Google Shape;420;p29"/>
          <p:cNvSpPr txBox="1"/>
          <p:nvPr>
            <p:ph idx="5" type="body"/>
          </p:nvPr>
        </p:nvSpPr>
        <p:spPr>
          <a:xfrm>
            <a:off x="3315050" y="2882813"/>
            <a:ext cx="2439900" cy="1165200"/>
          </a:xfrm>
          <a:prstGeom prst="rect">
            <a:avLst/>
          </a:prstGeom>
        </p:spPr>
        <p:txBody>
          <a:bodyPr anchorCtr="0" anchor="t" bIns="0" lIns="0" spcFirstLastPara="1" rIns="0" wrap="square" tIns="0">
            <a:spAutoFit/>
          </a:bodyPr>
          <a:lstStyle>
            <a:lvl1pPr indent="-285750" lvl="0" marL="457200">
              <a:spcBef>
                <a:spcPts val="0"/>
              </a:spcBef>
              <a:spcAft>
                <a:spcPts val="0"/>
              </a:spcAft>
              <a:buSzPts val="900"/>
              <a:buFont typeface="Red Hat Display"/>
              <a:buChar char="●"/>
              <a:defRPr sz="900"/>
            </a:lvl1pPr>
            <a:lvl2pPr indent="-285750" lvl="1" marL="914400">
              <a:spcBef>
                <a:spcPts val="800"/>
              </a:spcBef>
              <a:spcAft>
                <a:spcPts val="0"/>
              </a:spcAft>
              <a:buSzPts val="900"/>
              <a:buFont typeface="Red Hat Display"/>
              <a:buChar char="○"/>
              <a:defRPr sz="900"/>
            </a:lvl2pPr>
            <a:lvl3pPr indent="-285750" lvl="2" marL="1371600">
              <a:spcBef>
                <a:spcPts val="800"/>
              </a:spcBef>
              <a:spcAft>
                <a:spcPts val="0"/>
              </a:spcAft>
              <a:buSzPts val="900"/>
              <a:buFont typeface="Red Hat Display"/>
              <a:buChar char="■"/>
              <a:defRPr sz="900"/>
            </a:lvl3pPr>
            <a:lvl4pPr indent="-285750" lvl="3" marL="1828800">
              <a:spcBef>
                <a:spcPts val="800"/>
              </a:spcBef>
              <a:spcAft>
                <a:spcPts val="0"/>
              </a:spcAft>
              <a:buSzPts val="900"/>
              <a:buFont typeface="Red Hat Display"/>
              <a:buChar char="●"/>
              <a:defRPr sz="900"/>
            </a:lvl4pPr>
            <a:lvl5pPr indent="-285750" lvl="4" marL="2286000">
              <a:spcBef>
                <a:spcPts val="800"/>
              </a:spcBef>
              <a:spcAft>
                <a:spcPts val="0"/>
              </a:spcAft>
              <a:buSzPts val="900"/>
              <a:buFont typeface="Red Hat Display"/>
              <a:buChar char="○"/>
              <a:defRPr sz="900"/>
            </a:lvl5pPr>
            <a:lvl6pPr indent="-285750" lvl="5" marL="2743200">
              <a:spcBef>
                <a:spcPts val="800"/>
              </a:spcBef>
              <a:spcAft>
                <a:spcPts val="0"/>
              </a:spcAft>
              <a:buSzPts val="900"/>
              <a:buFont typeface="Red Hat Display"/>
              <a:buChar char="■"/>
              <a:defRPr sz="900"/>
            </a:lvl6pPr>
            <a:lvl7pPr indent="-285750" lvl="6" marL="3200400">
              <a:spcBef>
                <a:spcPts val="800"/>
              </a:spcBef>
              <a:spcAft>
                <a:spcPts val="0"/>
              </a:spcAft>
              <a:buSzPts val="900"/>
              <a:buFont typeface="Red Hat Display"/>
              <a:buChar char="●"/>
              <a:defRPr sz="900"/>
            </a:lvl7pPr>
            <a:lvl8pPr indent="-285750" lvl="7" marL="3657600">
              <a:spcBef>
                <a:spcPts val="800"/>
              </a:spcBef>
              <a:spcAft>
                <a:spcPts val="0"/>
              </a:spcAft>
              <a:buSzPts val="900"/>
              <a:buFont typeface="Red Hat Display"/>
              <a:buChar char="○"/>
              <a:defRPr sz="900"/>
            </a:lvl8pPr>
            <a:lvl9pPr indent="-285750" lvl="8" marL="4114800">
              <a:spcBef>
                <a:spcPts val="800"/>
              </a:spcBef>
              <a:spcAft>
                <a:spcPts val="800"/>
              </a:spcAft>
              <a:buSzPts val="900"/>
              <a:buFont typeface="Red Hat Display"/>
              <a:buChar char="■"/>
              <a:defRPr sz="900"/>
            </a:lvl9pPr>
          </a:lstStyle>
          <a:p/>
        </p:txBody>
      </p:sp>
      <p:grpSp>
        <p:nvGrpSpPr>
          <p:cNvPr id="421" name="Google Shape;421;p29"/>
          <p:cNvGrpSpPr/>
          <p:nvPr/>
        </p:nvGrpSpPr>
        <p:grpSpPr>
          <a:xfrm flipH="1">
            <a:off x="6903656" y="79823"/>
            <a:ext cx="2140834" cy="1767927"/>
            <a:chOff x="142083" y="79814"/>
            <a:chExt cx="1831025" cy="1512212"/>
          </a:xfrm>
        </p:grpSpPr>
        <p:sp>
          <p:nvSpPr>
            <p:cNvPr id="422" name="Google Shape;422;p29"/>
            <p:cNvSpPr/>
            <p:nvPr/>
          </p:nvSpPr>
          <p:spPr>
            <a:xfrm>
              <a:off x="142083" y="79814"/>
              <a:ext cx="256500" cy="256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23" name="Google Shape;423;p29"/>
            <p:cNvSpPr/>
            <p:nvPr/>
          </p:nvSpPr>
          <p:spPr>
            <a:xfrm>
              <a:off x="487858" y="87214"/>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24" name="Google Shape;424;p29"/>
            <p:cNvSpPr/>
            <p:nvPr/>
          </p:nvSpPr>
          <p:spPr>
            <a:xfrm>
              <a:off x="839135" y="87214"/>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25" name="Google Shape;425;p29"/>
            <p:cNvSpPr/>
            <p:nvPr/>
          </p:nvSpPr>
          <p:spPr>
            <a:xfrm>
              <a:off x="1191033" y="105414"/>
              <a:ext cx="174000" cy="174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26" name="Google Shape;426;p29"/>
            <p:cNvSpPr/>
            <p:nvPr/>
          </p:nvSpPr>
          <p:spPr>
            <a:xfrm>
              <a:off x="1537808" y="115439"/>
              <a:ext cx="140700" cy="141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27" name="Google Shape;427;p29"/>
            <p:cNvSpPr/>
            <p:nvPr/>
          </p:nvSpPr>
          <p:spPr>
            <a:xfrm>
              <a:off x="1908008" y="148714"/>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28" name="Google Shape;428;p29"/>
            <p:cNvSpPr/>
            <p:nvPr/>
          </p:nvSpPr>
          <p:spPr>
            <a:xfrm>
              <a:off x="164883" y="422639"/>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29" name="Google Shape;429;p29"/>
            <p:cNvSpPr/>
            <p:nvPr/>
          </p:nvSpPr>
          <p:spPr>
            <a:xfrm>
              <a:off x="506960" y="427888"/>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30" name="Google Shape;430;p29"/>
            <p:cNvSpPr/>
            <p:nvPr/>
          </p:nvSpPr>
          <p:spPr>
            <a:xfrm>
              <a:off x="854387" y="436714"/>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31" name="Google Shape;431;p29"/>
            <p:cNvSpPr/>
            <p:nvPr/>
          </p:nvSpPr>
          <p:spPr>
            <a:xfrm>
              <a:off x="1202034" y="45038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32" name="Google Shape;432;p29"/>
            <p:cNvSpPr/>
            <p:nvPr/>
          </p:nvSpPr>
          <p:spPr>
            <a:xfrm>
              <a:off x="1558407" y="470039"/>
              <a:ext cx="97800" cy="97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33" name="Google Shape;433;p29"/>
            <p:cNvSpPr/>
            <p:nvPr/>
          </p:nvSpPr>
          <p:spPr>
            <a:xfrm>
              <a:off x="1924408" y="499814"/>
              <a:ext cx="32400" cy="3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34" name="Google Shape;434;p29"/>
            <p:cNvSpPr/>
            <p:nvPr/>
          </p:nvSpPr>
          <p:spPr>
            <a:xfrm>
              <a:off x="529964" y="775614"/>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35" name="Google Shape;435;p29"/>
            <p:cNvSpPr/>
            <p:nvPr/>
          </p:nvSpPr>
          <p:spPr>
            <a:xfrm>
              <a:off x="185718" y="765448"/>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36" name="Google Shape;436;p29"/>
            <p:cNvSpPr/>
            <p:nvPr/>
          </p:nvSpPr>
          <p:spPr>
            <a:xfrm>
              <a:off x="873448" y="78404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37" name="Google Shape;437;p29"/>
            <p:cNvSpPr/>
            <p:nvPr/>
          </p:nvSpPr>
          <p:spPr>
            <a:xfrm>
              <a:off x="1230921" y="804501"/>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38" name="Google Shape;438;p29"/>
            <p:cNvSpPr/>
            <p:nvPr/>
          </p:nvSpPr>
          <p:spPr>
            <a:xfrm>
              <a:off x="1577346" y="824201"/>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39" name="Google Shape;439;p29"/>
            <p:cNvSpPr/>
            <p:nvPr/>
          </p:nvSpPr>
          <p:spPr>
            <a:xfrm>
              <a:off x="551148" y="112214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40" name="Google Shape;440;p29"/>
            <p:cNvSpPr/>
            <p:nvPr/>
          </p:nvSpPr>
          <p:spPr>
            <a:xfrm>
              <a:off x="201014" y="1115389"/>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41" name="Google Shape;441;p29"/>
            <p:cNvSpPr/>
            <p:nvPr/>
          </p:nvSpPr>
          <p:spPr>
            <a:xfrm>
              <a:off x="900639" y="1144351"/>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42" name="Google Shape;442;p29"/>
            <p:cNvSpPr/>
            <p:nvPr/>
          </p:nvSpPr>
          <p:spPr>
            <a:xfrm>
              <a:off x="1258496" y="1160976"/>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43" name="Google Shape;443;p29"/>
            <p:cNvSpPr/>
            <p:nvPr/>
          </p:nvSpPr>
          <p:spPr>
            <a:xfrm>
              <a:off x="240458" y="1484026"/>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44" name="Google Shape;444;p29"/>
            <p:cNvSpPr/>
            <p:nvPr/>
          </p:nvSpPr>
          <p:spPr>
            <a:xfrm>
              <a:off x="583108" y="1486121"/>
              <a:ext cx="88200" cy="88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45" name="Google Shape;445;p29"/>
            <p:cNvSpPr/>
            <p:nvPr/>
          </p:nvSpPr>
          <p:spPr>
            <a:xfrm>
              <a:off x="937805" y="1508513"/>
              <a:ext cx="43500" cy="43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grpSp>
      <p:sp>
        <p:nvSpPr>
          <p:cNvPr id="446" name="Google Shape;446;p29"/>
          <p:cNvSpPr txBox="1"/>
          <p:nvPr>
            <p:ph idx="6" type="body"/>
          </p:nvPr>
        </p:nvSpPr>
        <p:spPr>
          <a:xfrm>
            <a:off x="351700" y="2882813"/>
            <a:ext cx="2439900" cy="11652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1"/>
              </a:buClr>
              <a:buSzPts val="900"/>
              <a:buFont typeface="Red Hat Display"/>
              <a:buChar char="●"/>
              <a:defRPr/>
            </a:lvl1pPr>
            <a:lvl2pPr indent="-285750" lvl="1" marL="914400">
              <a:lnSpc>
                <a:spcPct val="115000"/>
              </a:lnSpc>
              <a:spcBef>
                <a:spcPts val="1000"/>
              </a:spcBef>
              <a:spcAft>
                <a:spcPts val="0"/>
              </a:spcAft>
              <a:buClr>
                <a:schemeClr val="lt1"/>
              </a:buClr>
              <a:buSzPts val="900"/>
              <a:buFont typeface="Red Hat Display"/>
              <a:buChar char="○"/>
              <a:defRPr/>
            </a:lvl2pPr>
            <a:lvl3pPr indent="-285750" lvl="2" marL="1371600">
              <a:lnSpc>
                <a:spcPct val="115000"/>
              </a:lnSpc>
              <a:spcBef>
                <a:spcPts val="1000"/>
              </a:spcBef>
              <a:spcAft>
                <a:spcPts val="0"/>
              </a:spcAft>
              <a:buClr>
                <a:schemeClr val="lt1"/>
              </a:buClr>
              <a:buSzPts val="900"/>
              <a:buFont typeface="Red Hat Display"/>
              <a:buChar char="■"/>
              <a:defRPr/>
            </a:lvl3pPr>
            <a:lvl4pPr indent="-285750" lvl="3" marL="1828800">
              <a:lnSpc>
                <a:spcPct val="115000"/>
              </a:lnSpc>
              <a:spcBef>
                <a:spcPts val="1000"/>
              </a:spcBef>
              <a:spcAft>
                <a:spcPts val="0"/>
              </a:spcAft>
              <a:buClr>
                <a:schemeClr val="lt1"/>
              </a:buClr>
              <a:buSzPts val="900"/>
              <a:buFont typeface="Red Hat Display"/>
              <a:buChar char="●"/>
              <a:defRPr/>
            </a:lvl4pPr>
            <a:lvl5pPr indent="-285750" lvl="4" marL="2286000">
              <a:lnSpc>
                <a:spcPct val="115000"/>
              </a:lnSpc>
              <a:spcBef>
                <a:spcPts val="1000"/>
              </a:spcBef>
              <a:spcAft>
                <a:spcPts val="0"/>
              </a:spcAft>
              <a:buClr>
                <a:schemeClr val="lt1"/>
              </a:buClr>
              <a:buSzPts val="900"/>
              <a:buFont typeface="Red Hat Display"/>
              <a:buChar char="○"/>
              <a:defRPr/>
            </a:lvl5pPr>
            <a:lvl6pPr indent="-285750" lvl="5" marL="2743200">
              <a:lnSpc>
                <a:spcPct val="115000"/>
              </a:lnSpc>
              <a:spcBef>
                <a:spcPts val="1000"/>
              </a:spcBef>
              <a:spcAft>
                <a:spcPts val="0"/>
              </a:spcAft>
              <a:buClr>
                <a:schemeClr val="lt1"/>
              </a:buClr>
              <a:buSzPts val="900"/>
              <a:buFont typeface="Red Hat Display"/>
              <a:buChar char="■"/>
              <a:defRPr/>
            </a:lvl6pPr>
            <a:lvl7pPr indent="-285750" lvl="6" marL="3200400">
              <a:lnSpc>
                <a:spcPct val="115000"/>
              </a:lnSpc>
              <a:spcBef>
                <a:spcPts val="1000"/>
              </a:spcBef>
              <a:spcAft>
                <a:spcPts val="0"/>
              </a:spcAft>
              <a:buClr>
                <a:schemeClr val="lt1"/>
              </a:buClr>
              <a:buSzPts val="900"/>
              <a:buFont typeface="Red Hat Display"/>
              <a:buChar char="●"/>
              <a:defRPr/>
            </a:lvl7pPr>
            <a:lvl8pPr indent="-285750" lvl="7" marL="3657600">
              <a:lnSpc>
                <a:spcPct val="115000"/>
              </a:lnSpc>
              <a:spcBef>
                <a:spcPts val="1000"/>
              </a:spcBef>
              <a:spcAft>
                <a:spcPts val="0"/>
              </a:spcAft>
              <a:buClr>
                <a:schemeClr val="lt1"/>
              </a:buClr>
              <a:buSzPts val="900"/>
              <a:buFont typeface="Red Hat Display"/>
              <a:buChar char="○"/>
              <a:defRPr/>
            </a:lvl8pPr>
            <a:lvl9pPr indent="-285750" lvl="8" marL="4114800">
              <a:lnSpc>
                <a:spcPct val="115000"/>
              </a:lnSpc>
              <a:spcBef>
                <a:spcPts val="1000"/>
              </a:spcBef>
              <a:spcAft>
                <a:spcPts val="1000"/>
              </a:spcAft>
              <a:buClr>
                <a:schemeClr val="lt1"/>
              </a:buClr>
              <a:buSzPts val="900"/>
              <a:buFont typeface="Red Hat Display"/>
              <a:buChar char="■"/>
              <a:defRPr/>
            </a:lvl9pPr>
          </a:lstStyle>
          <a:p/>
        </p:txBody>
      </p:sp>
      <p:sp>
        <p:nvSpPr>
          <p:cNvPr id="447" name="Google Shape;447;p29"/>
          <p:cNvSpPr txBox="1"/>
          <p:nvPr>
            <p:ph idx="7" type="body"/>
          </p:nvPr>
        </p:nvSpPr>
        <p:spPr>
          <a:xfrm>
            <a:off x="6278400" y="2882813"/>
            <a:ext cx="2439900" cy="11652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1"/>
              </a:buClr>
              <a:buSzPts val="900"/>
              <a:buFont typeface="Red Hat Display"/>
              <a:buChar char="●"/>
              <a:defRPr/>
            </a:lvl1pPr>
            <a:lvl2pPr indent="-285750" lvl="1" marL="914400">
              <a:lnSpc>
                <a:spcPct val="115000"/>
              </a:lnSpc>
              <a:spcBef>
                <a:spcPts val="1000"/>
              </a:spcBef>
              <a:spcAft>
                <a:spcPts val="0"/>
              </a:spcAft>
              <a:buClr>
                <a:schemeClr val="lt1"/>
              </a:buClr>
              <a:buSzPts val="900"/>
              <a:buFont typeface="Red Hat Display"/>
              <a:buChar char="○"/>
              <a:defRPr/>
            </a:lvl2pPr>
            <a:lvl3pPr indent="-285750" lvl="2" marL="1371600">
              <a:lnSpc>
                <a:spcPct val="115000"/>
              </a:lnSpc>
              <a:spcBef>
                <a:spcPts val="1000"/>
              </a:spcBef>
              <a:spcAft>
                <a:spcPts val="0"/>
              </a:spcAft>
              <a:buClr>
                <a:schemeClr val="lt1"/>
              </a:buClr>
              <a:buSzPts val="900"/>
              <a:buFont typeface="Red Hat Display"/>
              <a:buChar char="■"/>
              <a:defRPr/>
            </a:lvl3pPr>
            <a:lvl4pPr indent="-285750" lvl="3" marL="1828800">
              <a:lnSpc>
                <a:spcPct val="115000"/>
              </a:lnSpc>
              <a:spcBef>
                <a:spcPts val="1000"/>
              </a:spcBef>
              <a:spcAft>
                <a:spcPts val="0"/>
              </a:spcAft>
              <a:buClr>
                <a:schemeClr val="lt1"/>
              </a:buClr>
              <a:buSzPts val="900"/>
              <a:buFont typeface="Red Hat Display"/>
              <a:buChar char="●"/>
              <a:defRPr/>
            </a:lvl4pPr>
            <a:lvl5pPr indent="-285750" lvl="4" marL="2286000">
              <a:lnSpc>
                <a:spcPct val="115000"/>
              </a:lnSpc>
              <a:spcBef>
                <a:spcPts val="1000"/>
              </a:spcBef>
              <a:spcAft>
                <a:spcPts val="0"/>
              </a:spcAft>
              <a:buClr>
                <a:schemeClr val="lt1"/>
              </a:buClr>
              <a:buSzPts val="900"/>
              <a:buFont typeface="Red Hat Display"/>
              <a:buChar char="○"/>
              <a:defRPr/>
            </a:lvl5pPr>
            <a:lvl6pPr indent="-285750" lvl="5" marL="2743200">
              <a:lnSpc>
                <a:spcPct val="115000"/>
              </a:lnSpc>
              <a:spcBef>
                <a:spcPts val="1000"/>
              </a:spcBef>
              <a:spcAft>
                <a:spcPts val="0"/>
              </a:spcAft>
              <a:buClr>
                <a:schemeClr val="lt1"/>
              </a:buClr>
              <a:buSzPts val="900"/>
              <a:buFont typeface="Red Hat Display"/>
              <a:buChar char="■"/>
              <a:defRPr/>
            </a:lvl6pPr>
            <a:lvl7pPr indent="-285750" lvl="6" marL="3200400">
              <a:lnSpc>
                <a:spcPct val="115000"/>
              </a:lnSpc>
              <a:spcBef>
                <a:spcPts val="1000"/>
              </a:spcBef>
              <a:spcAft>
                <a:spcPts val="0"/>
              </a:spcAft>
              <a:buClr>
                <a:schemeClr val="lt1"/>
              </a:buClr>
              <a:buSzPts val="900"/>
              <a:buFont typeface="Red Hat Display"/>
              <a:buChar char="●"/>
              <a:defRPr/>
            </a:lvl7pPr>
            <a:lvl8pPr indent="-285750" lvl="7" marL="3657600">
              <a:lnSpc>
                <a:spcPct val="115000"/>
              </a:lnSpc>
              <a:spcBef>
                <a:spcPts val="1000"/>
              </a:spcBef>
              <a:spcAft>
                <a:spcPts val="0"/>
              </a:spcAft>
              <a:buClr>
                <a:schemeClr val="lt1"/>
              </a:buClr>
              <a:buSzPts val="900"/>
              <a:buFont typeface="Red Hat Display"/>
              <a:buChar char="○"/>
              <a:defRPr/>
            </a:lvl8pPr>
            <a:lvl9pPr indent="-285750" lvl="8" marL="4114800">
              <a:lnSpc>
                <a:spcPct val="115000"/>
              </a:lnSpc>
              <a:spcBef>
                <a:spcPts val="1000"/>
              </a:spcBef>
              <a:spcAft>
                <a:spcPts val="1000"/>
              </a:spcAft>
              <a:buClr>
                <a:schemeClr val="lt1"/>
              </a:buClr>
              <a:buSzPts val="900"/>
              <a:buFont typeface="Red Hat Display"/>
              <a:buChar cha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highlights">
  <p:cSld name="CUSTOM_5_2_1_1">
    <p:spTree>
      <p:nvGrpSpPr>
        <p:cNvPr id="448" name="Shape 448"/>
        <p:cNvGrpSpPr/>
        <p:nvPr/>
      </p:nvGrpSpPr>
      <p:grpSpPr>
        <a:xfrm>
          <a:off x="0" y="0"/>
          <a:ext cx="0" cy="0"/>
          <a:chOff x="0" y="0"/>
          <a:chExt cx="0" cy="0"/>
        </a:xfrm>
      </p:grpSpPr>
      <p:sp>
        <p:nvSpPr>
          <p:cNvPr id="449" name="Google Shape;449;p30"/>
          <p:cNvSpPr txBox="1"/>
          <p:nvPr>
            <p:ph type="title"/>
          </p:nvPr>
        </p:nvSpPr>
        <p:spPr>
          <a:xfrm>
            <a:off x="609600" y="724825"/>
            <a:ext cx="40158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450" name="Google Shape;450;p30"/>
          <p:cNvSpPr txBox="1"/>
          <p:nvPr>
            <p:ph idx="1" type="subTitle"/>
          </p:nvPr>
        </p:nvSpPr>
        <p:spPr>
          <a:xfrm>
            <a:off x="609600" y="457200"/>
            <a:ext cx="4015800" cy="264600"/>
          </a:xfrm>
          <a:prstGeom prst="rect">
            <a:avLst/>
          </a:prstGeom>
        </p:spPr>
        <p:txBody>
          <a:bodyPr anchorCtr="0" anchor="b" bIns="0" lIns="0" spcFirstLastPara="1" rIns="0" wrap="square" tIns="0">
            <a:noAutofit/>
          </a:bodyPr>
          <a:lstStyle>
            <a:lvl1pPr lvl="0">
              <a:spcBef>
                <a:spcPts val="0"/>
              </a:spcBef>
              <a:spcAft>
                <a:spcPts val="0"/>
              </a:spcAft>
              <a:buClr>
                <a:schemeClr val="accent3"/>
              </a:buClr>
              <a:buSzPts val="1000"/>
              <a:buFont typeface="Red Hat Display"/>
              <a:buNone/>
              <a:defRPr sz="1000">
                <a:solidFill>
                  <a:schemeClr val="accent3"/>
                </a:solidFill>
              </a:defRPr>
            </a:lvl1pPr>
            <a:lvl2pPr lvl="1">
              <a:spcBef>
                <a:spcPts val="0"/>
              </a:spcBef>
              <a:spcAft>
                <a:spcPts val="0"/>
              </a:spcAft>
              <a:buClr>
                <a:schemeClr val="accent3"/>
              </a:buClr>
              <a:buSzPts val="1400"/>
              <a:buFont typeface="Red Hat Display"/>
              <a:buNone/>
              <a:defRPr>
                <a:solidFill>
                  <a:schemeClr val="accent3"/>
                </a:solidFill>
              </a:defRPr>
            </a:lvl2pPr>
            <a:lvl3pPr lvl="2">
              <a:spcBef>
                <a:spcPts val="0"/>
              </a:spcBef>
              <a:spcAft>
                <a:spcPts val="0"/>
              </a:spcAft>
              <a:buClr>
                <a:schemeClr val="accent3"/>
              </a:buClr>
              <a:buSzPts val="1400"/>
              <a:buFont typeface="Red Hat Display"/>
              <a:buNone/>
              <a:defRPr>
                <a:solidFill>
                  <a:schemeClr val="accent3"/>
                </a:solidFill>
              </a:defRPr>
            </a:lvl3pPr>
            <a:lvl4pPr lvl="3">
              <a:spcBef>
                <a:spcPts val="0"/>
              </a:spcBef>
              <a:spcAft>
                <a:spcPts val="0"/>
              </a:spcAft>
              <a:buClr>
                <a:schemeClr val="accent3"/>
              </a:buClr>
              <a:buSzPts val="1400"/>
              <a:buFont typeface="Red Hat Display"/>
              <a:buNone/>
              <a:defRPr>
                <a:solidFill>
                  <a:schemeClr val="accent3"/>
                </a:solidFill>
              </a:defRPr>
            </a:lvl4pPr>
            <a:lvl5pPr lvl="4">
              <a:spcBef>
                <a:spcPts val="0"/>
              </a:spcBef>
              <a:spcAft>
                <a:spcPts val="0"/>
              </a:spcAft>
              <a:buClr>
                <a:schemeClr val="accent3"/>
              </a:buClr>
              <a:buSzPts val="1400"/>
              <a:buFont typeface="Red Hat Display"/>
              <a:buNone/>
              <a:defRPr>
                <a:solidFill>
                  <a:schemeClr val="accent3"/>
                </a:solidFill>
              </a:defRPr>
            </a:lvl5pPr>
            <a:lvl6pPr lvl="5">
              <a:spcBef>
                <a:spcPts val="0"/>
              </a:spcBef>
              <a:spcAft>
                <a:spcPts val="0"/>
              </a:spcAft>
              <a:buClr>
                <a:schemeClr val="accent3"/>
              </a:buClr>
              <a:buSzPts val="1400"/>
              <a:buFont typeface="Red Hat Display"/>
              <a:buNone/>
              <a:defRPr>
                <a:solidFill>
                  <a:schemeClr val="accent3"/>
                </a:solidFill>
              </a:defRPr>
            </a:lvl6pPr>
            <a:lvl7pPr lvl="6">
              <a:spcBef>
                <a:spcPts val="0"/>
              </a:spcBef>
              <a:spcAft>
                <a:spcPts val="0"/>
              </a:spcAft>
              <a:buClr>
                <a:schemeClr val="accent3"/>
              </a:buClr>
              <a:buSzPts val="1400"/>
              <a:buFont typeface="Red Hat Display"/>
              <a:buNone/>
              <a:defRPr>
                <a:solidFill>
                  <a:schemeClr val="accent3"/>
                </a:solidFill>
              </a:defRPr>
            </a:lvl7pPr>
            <a:lvl8pPr lvl="7">
              <a:spcBef>
                <a:spcPts val="0"/>
              </a:spcBef>
              <a:spcAft>
                <a:spcPts val="0"/>
              </a:spcAft>
              <a:buClr>
                <a:schemeClr val="accent3"/>
              </a:buClr>
              <a:buSzPts val="1400"/>
              <a:buFont typeface="Red Hat Display"/>
              <a:buNone/>
              <a:defRPr>
                <a:solidFill>
                  <a:schemeClr val="accent3"/>
                </a:solidFill>
              </a:defRPr>
            </a:lvl8pPr>
            <a:lvl9pPr lvl="8">
              <a:spcBef>
                <a:spcPts val="0"/>
              </a:spcBef>
              <a:spcAft>
                <a:spcPts val="0"/>
              </a:spcAft>
              <a:buClr>
                <a:schemeClr val="accent3"/>
              </a:buClr>
              <a:buSzPts val="1400"/>
              <a:buFont typeface="Red Hat Display"/>
              <a:buNone/>
              <a:defRPr>
                <a:solidFill>
                  <a:schemeClr val="accent3"/>
                </a:solidFill>
              </a:defRPr>
            </a:lvl9pPr>
          </a:lstStyle>
          <a:p/>
        </p:txBody>
      </p:sp>
      <p:sp>
        <p:nvSpPr>
          <p:cNvPr id="451" name="Google Shape;451;p30"/>
          <p:cNvSpPr/>
          <p:nvPr/>
        </p:nvSpPr>
        <p:spPr>
          <a:xfrm>
            <a:off x="225998" y="580123"/>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52" name="Google Shape;452;p30"/>
          <p:cNvSpPr txBox="1"/>
          <p:nvPr>
            <p:ph idx="2" type="subTitle"/>
          </p:nvPr>
        </p:nvSpPr>
        <p:spPr>
          <a:xfrm>
            <a:off x="351700" y="2435600"/>
            <a:ext cx="2439900" cy="2646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453" name="Google Shape;453;p30"/>
          <p:cNvSpPr txBox="1"/>
          <p:nvPr>
            <p:ph idx="3" type="subTitle"/>
          </p:nvPr>
        </p:nvSpPr>
        <p:spPr>
          <a:xfrm>
            <a:off x="3315050" y="2435600"/>
            <a:ext cx="2439900" cy="2646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454" name="Google Shape;454;p30"/>
          <p:cNvSpPr txBox="1"/>
          <p:nvPr>
            <p:ph idx="4" type="subTitle"/>
          </p:nvPr>
        </p:nvSpPr>
        <p:spPr>
          <a:xfrm>
            <a:off x="6278400" y="2435600"/>
            <a:ext cx="2439900" cy="264600"/>
          </a:xfrm>
          <a:prstGeom prst="rect">
            <a:avLst/>
          </a:prstGeom>
        </p:spPr>
        <p:txBody>
          <a:bodyPr anchorCtr="0" anchor="ctr"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455" name="Google Shape;455;p30"/>
          <p:cNvSpPr txBox="1"/>
          <p:nvPr>
            <p:ph idx="5" type="body"/>
          </p:nvPr>
        </p:nvSpPr>
        <p:spPr>
          <a:xfrm>
            <a:off x="3315050" y="2882813"/>
            <a:ext cx="2439900" cy="1165200"/>
          </a:xfrm>
          <a:prstGeom prst="rect">
            <a:avLst/>
          </a:prstGeom>
        </p:spPr>
        <p:txBody>
          <a:bodyPr anchorCtr="0" anchor="t" bIns="0" lIns="0" spcFirstLastPara="1" rIns="0" wrap="square" tIns="0">
            <a:spAutoFit/>
          </a:bodyPr>
          <a:lstStyle>
            <a:lvl1pPr indent="-285750" lvl="0" marL="457200">
              <a:spcBef>
                <a:spcPts val="0"/>
              </a:spcBef>
              <a:spcAft>
                <a:spcPts val="0"/>
              </a:spcAft>
              <a:buSzPts val="900"/>
              <a:buFont typeface="Red Hat Display"/>
              <a:buChar char="●"/>
              <a:defRPr sz="900"/>
            </a:lvl1pPr>
            <a:lvl2pPr indent="-285750" lvl="1" marL="914400">
              <a:spcBef>
                <a:spcPts val="800"/>
              </a:spcBef>
              <a:spcAft>
                <a:spcPts val="0"/>
              </a:spcAft>
              <a:buSzPts val="900"/>
              <a:buFont typeface="Red Hat Display"/>
              <a:buChar char="○"/>
              <a:defRPr sz="900"/>
            </a:lvl2pPr>
            <a:lvl3pPr indent="-285750" lvl="2" marL="1371600">
              <a:spcBef>
                <a:spcPts val="800"/>
              </a:spcBef>
              <a:spcAft>
                <a:spcPts val="0"/>
              </a:spcAft>
              <a:buSzPts val="900"/>
              <a:buFont typeface="Red Hat Display"/>
              <a:buChar char="■"/>
              <a:defRPr sz="900"/>
            </a:lvl3pPr>
            <a:lvl4pPr indent="-285750" lvl="3" marL="1828800">
              <a:spcBef>
                <a:spcPts val="800"/>
              </a:spcBef>
              <a:spcAft>
                <a:spcPts val="0"/>
              </a:spcAft>
              <a:buSzPts val="900"/>
              <a:buFont typeface="Red Hat Display"/>
              <a:buChar char="●"/>
              <a:defRPr sz="900"/>
            </a:lvl4pPr>
            <a:lvl5pPr indent="-285750" lvl="4" marL="2286000">
              <a:spcBef>
                <a:spcPts val="800"/>
              </a:spcBef>
              <a:spcAft>
                <a:spcPts val="0"/>
              </a:spcAft>
              <a:buSzPts val="900"/>
              <a:buFont typeface="Red Hat Display"/>
              <a:buChar char="○"/>
              <a:defRPr sz="900"/>
            </a:lvl5pPr>
            <a:lvl6pPr indent="-285750" lvl="5" marL="2743200">
              <a:spcBef>
                <a:spcPts val="800"/>
              </a:spcBef>
              <a:spcAft>
                <a:spcPts val="0"/>
              </a:spcAft>
              <a:buSzPts val="900"/>
              <a:buFont typeface="Red Hat Display"/>
              <a:buChar char="■"/>
              <a:defRPr sz="900"/>
            </a:lvl6pPr>
            <a:lvl7pPr indent="-285750" lvl="6" marL="3200400">
              <a:spcBef>
                <a:spcPts val="800"/>
              </a:spcBef>
              <a:spcAft>
                <a:spcPts val="0"/>
              </a:spcAft>
              <a:buSzPts val="900"/>
              <a:buFont typeface="Red Hat Display"/>
              <a:buChar char="●"/>
              <a:defRPr sz="900"/>
            </a:lvl7pPr>
            <a:lvl8pPr indent="-285750" lvl="7" marL="3657600">
              <a:spcBef>
                <a:spcPts val="800"/>
              </a:spcBef>
              <a:spcAft>
                <a:spcPts val="0"/>
              </a:spcAft>
              <a:buSzPts val="900"/>
              <a:buFont typeface="Red Hat Display"/>
              <a:buChar char="○"/>
              <a:defRPr sz="900"/>
            </a:lvl8pPr>
            <a:lvl9pPr indent="-285750" lvl="8" marL="4114800">
              <a:spcBef>
                <a:spcPts val="800"/>
              </a:spcBef>
              <a:spcAft>
                <a:spcPts val="800"/>
              </a:spcAft>
              <a:buSzPts val="900"/>
              <a:buFont typeface="Red Hat Display"/>
              <a:buChar char="■"/>
              <a:defRPr sz="900"/>
            </a:lvl9pPr>
          </a:lstStyle>
          <a:p/>
        </p:txBody>
      </p:sp>
      <p:sp>
        <p:nvSpPr>
          <p:cNvPr id="456" name="Google Shape;456;p30"/>
          <p:cNvSpPr txBox="1"/>
          <p:nvPr>
            <p:ph idx="6" type="body"/>
          </p:nvPr>
        </p:nvSpPr>
        <p:spPr>
          <a:xfrm>
            <a:off x="351700" y="2882813"/>
            <a:ext cx="2439900" cy="11652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1"/>
              </a:buClr>
              <a:buSzPts val="900"/>
              <a:buFont typeface="Red Hat Display"/>
              <a:buChar char="●"/>
              <a:defRPr/>
            </a:lvl1pPr>
            <a:lvl2pPr indent="-285750" lvl="1" marL="914400">
              <a:lnSpc>
                <a:spcPct val="115000"/>
              </a:lnSpc>
              <a:spcBef>
                <a:spcPts val="1000"/>
              </a:spcBef>
              <a:spcAft>
                <a:spcPts val="0"/>
              </a:spcAft>
              <a:buClr>
                <a:schemeClr val="lt1"/>
              </a:buClr>
              <a:buSzPts val="900"/>
              <a:buFont typeface="Red Hat Display"/>
              <a:buChar char="○"/>
              <a:defRPr/>
            </a:lvl2pPr>
            <a:lvl3pPr indent="-285750" lvl="2" marL="1371600">
              <a:lnSpc>
                <a:spcPct val="115000"/>
              </a:lnSpc>
              <a:spcBef>
                <a:spcPts val="1000"/>
              </a:spcBef>
              <a:spcAft>
                <a:spcPts val="0"/>
              </a:spcAft>
              <a:buClr>
                <a:schemeClr val="lt1"/>
              </a:buClr>
              <a:buSzPts val="900"/>
              <a:buFont typeface="Red Hat Display"/>
              <a:buChar char="■"/>
              <a:defRPr/>
            </a:lvl3pPr>
            <a:lvl4pPr indent="-285750" lvl="3" marL="1828800">
              <a:lnSpc>
                <a:spcPct val="115000"/>
              </a:lnSpc>
              <a:spcBef>
                <a:spcPts val="1000"/>
              </a:spcBef>
              <a:spcAft>
                <a:spcPts val="0"/>
              </a:spcAft>
              <a:buClr>
                <a:schemeClr val="lt1"/>
              </a:buClr>
              <a:buSzPts val="900"/>
              <a:buFont typeface="Red Hat Display"/>
              <a:buChar char="●"/>
              <a:defRPr/>
            </a:lvl4pPr>
            <a:lvl5pPr indent="-285750" lvl="4" marL="2286000">
              <a:lnSpc>
                <a:spcPct val="115000"/>
              </a:lnSpc>
              <a:spcBef>
                <a:spcPts val="1000"/>
              </a:spcBef>
              <a:spcAft>
                <a:spcPts val="0"/>
              </a:spcAft>
              <a:buClr>
                <a:schemeClr val="lt1"/>
              </a:buClr>
              <a:buSzPts val="900"/>
              <a:buFont typeface="Red Hat Display"/>
              <a:buChar char="○"/>
              <a:defRPr/>
            </a:lvl5pPr>
            <a:lvl6pPr indent="-285750" lvl="5" marL="2743200">
              <a:lnSpc>
                <a:spcPct val="115000"/>
              </a:lnSpc>
              <a:spcBef>
                <a:spcPts val="1000"/>
              </a:spcBef>
              <a:spcAft>
                <a:spcPts val="0"/>
              </a:spcAft>
              <a:buClr>
                <a:schemeClr val="lt1"/>
              </a:buClr>
              <a:buSzPts val="900"/>
              <a:buFont typeface="Red Hat Display"/>
              <a:buChar char="■"/>
              <a:defRPr/>
            </a:lvl6pPr>
            <a:lvl7pPr indent="-285750" lvl="6" marL="3200400">
              <a:lnSpc>
                <a:spcPct val="115000"/>
              </a:lnSpc>
              <a:spcBef>
                <a:spcPts val="1000"/>
              </a:spcBef>
              <a:spcAft>
                <a:spcPts val="0"/>
              </a:spcAft>
              <a:buClr>
                <a:schemeClr val="lt1"/>
              </a:buClr>
              <a:buSzPts val="900"/>
              <a:buFont typeface="Red Hat Display"/>
              <a:buChar char="●"/>
              <a:defRPr/>
            </a:lvl7pPr>
            <a:lvl8pPr indent="-285750" lvl="7" marL="3657600">
              <a:lnSpc>
                <a:spcPct val="115000"/>
              </a:lnSpc>
              <a:spcBef>
                <a:spcPts val="1000"/>
              </a:spcBef>
              <a:spcAft>
                <a:spcPts val="0"/>
              </a:spcAft>
              <a:buClr>
                <a:schemeClr val="lt1"/>
              </a:buClr>
              <a:buSzPts val="900"/>
              <a:buFont typeface="Red Hat Display"/>
              <a:buChar char="○"/>
              <a:defRPr/>
            </a:lvl8pPr>
            <a:lvl9pPr indent="-285750" lvl="8" marL="4114800">
              <a:lnSpc>
                <a:spcPct val="115000"/>
              </a:lnSpc>
              <a:spcBef>
                <a:spcPts val="1000"/>
              </a:spcBef>
              <a:spcAft>
                <a:spcPts val="1000"/>
              </a:spcAft>
              <a:buClr>
                <a:schemeClr val="lt1"/>
              </a:buClr>
              <a:buSzPts val="900"/>
              <a:buFont typeface="Red Hat Display"/>
              <a:buChar char="■"/>
              <a:defRPr/>
            </a:lvl9pPr>
          </a:lstStyle>
          <a:p/>
        </p:txBody>
      </p:sp>
      <p:sp>
        <p:nvSpPr>
          <p:cNvPr id="457" name="Google Shape;457;p30"/>
          <p:cNvSpPr txBox="1"/>
          <p:nvPr>
            <p:ph idx="7" type="body"/>
          </p:nvPr>
        </p:nvSpPr>
        <p:spPr>
          <a:xfrm>
            <a:off x="6278400" y="2882813"/>
            <a:ext cx="2439900" cy="11652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1"/>
              </a:buClr>
              <a:buSzPts val="900"/>
              <a:buFont typeface="Red Hat Display"/>
              <a:buChar char="●"/>
              <a:defRPr/>
            </a:lvl1pPr>
            <a:lvl2pPr indent="-285750" lvl="1" marL="914400">
              <a:lnSpc>
                <a:spcPct val="115000"/>
              </a:lnSpc>
              <a:spcBef>
                <a:spcPts val="1000"/>
              </a:spcBef>
              <a:spcAft>
                <a:spcPts val="0"/>
              </a:spcAft>
              <a:buClr>
                <a:schemeClr val="lt1"/>
              </a:buClr>
              <a:buSzPts val="900"/>
              <a:buFont typeface="Red Hat Display"/>
              <a:buChar char="○"/>
              <a:defRPr/>
            </a:lvl2pPr>
            <a:lvl3pPr indent="-285750" lvl="2" marL="1371600">
              <a:lnSpc>
                <a:spcPct val="115000"/>
              </a:lnSpc>
              <a:spcBef>
                <a:spcPts val="1000"/>
              </a:spcBef>
              <a:spcAft>
                <a:spcPts val="0"/>
              </a:spcAft>
              <a:buClr>
                <a:schemeClr val="lt1"/>
              </a:buClr>
              <a:buSzPts val="900"/>
              <a:buFont typeface="Red Hat Display"/>
              <a:buChar char="■"/>
              <a:defRPr/>
            </a:lvl3pPr>
            <a:lvl4pPr indent="-285750" lvl="3" marL="1828800">
              <a:lnSpc>
                <a:spcPct val="115000"/>
              </a:lnSpc>
              <a:spcBef>
                <a:spcPts val="1000"/>
              </a:spcBef>
              <a:spcAft>
                <a:spcPts val="0"/>
              </a:spcAft>
              <a:buClr>
                <a:schemeClr val="lt1"/>
              </a:buClr>
              <a:buSzPts val="900"/>
              <a:buFont typeface="Red Hat Display"/>
              <a:buChar char="●"/>
              <a:defRPr/>
            </a:lvl4pPr>
            <a:lvl5pPr indent="-285750" lvl="4" marL="2286000">
              <a:lnSpc>
                <a:spcPct val="115000"/>
              </a:lnSpc>
              <a:spcBef>
                <a:spcPts val="1000"/>
              </a:spcBef>
              <a:spcAft>
                <a:spcPts val="0"/>
              </a:spcAft>
              <a:buClr>
                <a:schemeClr val="lt1"/>
              </a:buClr>
              <a:buSzPts val="900"/>
              <a:buFont typeface="Red Hat Display"/>
              <a:buChar char="○"/>
              <a:defRPr/>
            </a:lvl5pPr>
            <a:lvl6pPr indent="-285750" lvl="5" marL="2743200">
              <a:lnSpc>
                <a:spcPct val="115000"/>
              </a:lnSpc>
              <a:spcBef>
                <a:spcPts val="1000"/>
              </a:spcBef>
              <a:spcAft>
                <a:spcPts val="0"/>
              </a:spcAft>
              <a:buClr>
                <a:schemeClr val="lt1"/>
              </a:buClr>
              <a:buSzPts val="900"/>
              <a:buFont typeface="Red Hat Display"/>
              <a:buChar char="■"/>
              <a:defRPr/>
            </a:lvl6pPr>
            <a:lvl7pPr indent="-285750" lvl="6" marL="3200400">
              <a:lnSpc>
                <a:spcPct val="115000"/>
              </a:lnSpc>
              <a:spcBef>
                <a:spcPts val="1000"/>
              </a:spcBef>
              <a:spcAft>
                <a:spcPts val="0"/>
              </a:spcAft>
              <a:buClr>
                <a:schemeClr val="lt1"/>
              </a:buClr>
              <a:buSzPts val="900"/>
              <a:buFont typeface="Red Hat Display"/>
              <a:buChar char="●"/>
              <a:defRPr/>
            </a:lvl7pPr>
            <a:lvl8pPr indent="-285750" lvl="7" marL="3657600">
              <a:lnSpc>
                <a:spcPct val="115000"/>
              </a:lnSpc>
              <a:spcBef>
                <a:spcPts val="1000"/>
              </a:spcBef>
              <a:spcAft>
                <a:spcPts val="0"/>
              </a:spcAft>
              <a:buClr>
                <a:schemeClr val="lt1"/>
              </a:buClr>
              <a:buSzPts val="900"/>
              <a:buFont typeface="Red Hat Display"/>
              <a:buChar char="○"/>
              <a:defRPr/>
            </a:lvl8pPr>
            <a:lvl9pPr indent="-285750" lvl="8" marL="4114800">
              <a:lnSpc>
                <a:spcPct val="115000"/>
              </a:lnSpc>
              <a:spcBef>
                <a:spcPts val="1000"/>
              </a:spcBef>
              <a:spcAft>
                <a:spcPts val="1000"/>
              </a:spcAft>
              <a:buClr>
                <a:schemeClr val="lt1"/>
              </a:buClr>
              <a:buSzPts val="900"/>
              <a:buFont typeface="Red Hat Display"/>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highlights">
  <p:cSld name="CUSTOM_5_1">
    <p:spTree>
      <p:nvGrpSpPr>
        <p:cNvPr id="458" name="Shape 458"/>
        <p:cNvGrpSpPr/>
        <p:nvPr/>
      </p:nvGrpSpPr>
      <p:grpSpPr>
        <a:xfrm>
          <a:off x="0" y="0"/>
          <a:ext cx="0" cy="0"/>
          <a:chOff x="0" y="0"/>
          <a:chExt cx="0" cy="0"/>
        </a:xfrm>
      </p:grpSpPr>
      <p:sp>
        <p:nvSpPr>
          <p:cNvPr id="459" name="Google Shape;459;p31"/>
          <p:cNvSpPr/>
          <p:nvPr/>
        </p:nvSpPr>
        <p:spPr>
          <a:xfrm>
            <a:off x="225998" y="580123"/>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60" name="Google Shape;460;p31"/>
          <p:cNvSpPr txBox="1"/>
          <p:nvPr>
            <p:ph type="title"/>
          </p:nvPr>
        </p:nvSpPr>
        <p:spPr>
          <a:xfrm>
            <a:off x="609600" y="724825"/>
            <a:ext cx="40158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461" name="Google Shape;461;p31"/>
          <p:cNvSpPr txBox="1"/>
          <p:nvPr>
            <p:ph idx="1" type="subTitle"/>
          </p:nvPr>
        </p:nvSpPr>
        <p:spPr>
          <a:xfrm>
            <a:off x="609600" y="457200"/>
            <a:ext cx="4015800" cy="264600"/>
          </a:xfrm>
          <a:prstGeom prst="rect">
            <a:avLst/>
          </a:prstGeom>
        </p:spPr>
        <p:txBody>
          <a:bodyPr anchorCtr="0" anchor="b" bIns="0" lIns="0" spcFirstLastPara="1" rIns="0" wrap="square" tIns="0">
            <a:noAutofit/>
          </a:bodyPr>
          <a:lstStyle>
            <a:lvl1pPr lvl="0">
              <a:spcBef>
                <a:spcPts val="0"/>
              </a:spcBef>
              <a:spcAft>
                <a:spcPts val="0"/>
              </a:spcAft>
              <a:buClr>
                <a:schemeClr val="accent3"/>
              </a:buClr>
              <a:buSzPts val="1000"/>
              <a:buFont typeface="Red Hat Display"/>
              <a:buNone/>
              <a:defRPr sz="1000">
                <a:solidFill>
                  <a:schemeClr val="accent3"/>
                </a:solidFill>
              </a:defRPr>
            </a:lvl1pPr>
            <a:lvl2pPr lvl="1">
              <a:spcBef>
                <a:spcPts val="0"/>
              </a:spcBef>
              <a:spcAft>
                <a:spcPts val="0"/>
              </a:spcAft>
              <a:buClr>
                <a:schemeClr val="accent3"/>
              </a:buClr>
              <a:buSzPts val="1400"/>
              <a:buFont typeface="Red Hat Display"/>
              <a:buNone/>
              <a:defRPr>
                <a:solidFill>
                  <a:schemeClr val="accent3"/>
                </a:solidFill>
              </a:defRPr>
            </a:lvl2pPr>
            <a:lvl3pPr lvl="2">
              <a:spcBef>
                <a:spcPts val="0"/>
              </a:spcBef>
              <a:spcAft>
                <a:spcPts val="0"/>
              </a:spcAft>
              <a:buClr>
                <a:schemeClr val="accent3"/>
              </a:buClr>
              <a:buSzPts val="1400"/>
              <a:buFont typeface="Red Hat Display"/>
              <a:buNone/>
              <a:defRPr>
                <a:solidFill>
                  <a:schemeClr val="accent3"/>
                </a:solidFill>
              </a:defRPr>
            </a:lvl3pPr>
            <a:lvl4pPr lvl="3">
              <a:spcBef>
                <a:spcPts val="0"/>
              </a:spcBef>
              <a:spcAft>
                <a:spcPts val="0"/>
              </a:spcAft>
              <a:buClr>
                <a:schemeClr val="accent3"/>
              </a:buClr>
              <a:buSzPts val="1400"/>
              <a:buFont typeface="Red Hat Display"/>
              <a:buNone/>
              <a:defRPr>
                <a:solidFill>
                  <a:schemeClr val="accent3"/>
                </a:solidFill>
              </a:defRPr>
            </a:lvl4pPr>
            <a:lvl5pPr lvl="4">
              <a:spcBef>
                <a:spcPts val="0"/>
              </a:spcBef>
              <a:spcAft>
                <a:spcPts val="0"/>
              </a:spcAft>
              <a:buClr>
                <a:schemeClr val="accent3"/>
              </a:buClr>
              <a:buSzPts val="1400"/>
              <a:buFont typeface="Red Hat Display"/>
              <a:buNone/>
              <a:defRPr>
                <a:solidFill>
                  <a:schemeClr val="accent3"/>
                </a:solidFill>
              </a:defRPr>
            </a:lvl5pPr>
            <a:lvl6pPr lvl="5">
              <a:spcBef>
                <a:spcPts val="0"/>
              </a:spcBef>
              <a:spcAft>
                <a:spcPts val="0"/>
              </a:spcAft>
              <a:buClr>
                <a:schemeClr val="accent3"/>
              </a:buClr>
              <a:buSzPts val="1400"/>
              <a:buFont typeface="Red Hat Display"/>
              <a:buNone/>
              <a:defRPr>
                <a:solidFill>
                  <a:schemeClr val="accent3"/>
                </a:solidFill>
              </a:defRPr>
            </a:lvl6pPr>
            <a:lvl7pPr lvl="6">
              <a:spcBef>
                <a:spcPts val="0"/>
              </a:spcBef>
              <a:spcAft>
                <a:spcPts val="0"/>
              </a:spcAft>
              <a:buClr>
                <a:schemeClr val="accent3"/>
              </a:buClr>
              <a:buSzPts val="1400"/>
              <a:buFont typeface="Red Hat Display"/>
              <a:buNone/>
              <a:defRPr>
                <a:solidFill>
                  <a:schemeClr val="accent3"/>
                </a:solidFill>
              </a:defRPr>
            </a:lvl7pPr>
            <a:lvl8pPr lvl="7">
              <a:spcBef>
                <a:spcPts val="0"/>
              </a:spcBef>
              <a:spcAft>
                <a:spcPts val="0"/>
              </a:spcAft>
              <a:buClr>
                <a:schemeClr val="accent3"/>
              </a:buClr>
              <a:buSzPts val="1400"/>
              <a:buFont typeface="Red Hat Display"/>
              <a:buNone/>
              <a:defRPr>
                <a:solidFill>
                  <a:schemeClr val="accent3"/>
                </a:solidFill>
              </a:defRPr>
            </a:lvl8pPr>
            <a:lvl9pPr lvl="8">
              <a:spcBef>
                <a:spcPts val="0"/>
              </a:spcBef>
              <a:spcAft>
                <a:spcPts val="0"/>
              </a:spcAft>
              <a:buClr>
                <a:schemeClr val="accent3"/>
              </a:buClr>
              <a:buSzPts val="1400"/>
              <a:buFont typeface="Red Hat Display"/>
              <a:buNone/>
              <a:defRPr>
                <a:solidFill>
                  <a:schemeClr val="accent3"/>
                </a:solidFill>
              </a:defRPr>
            </a:lvl9pPr>
          </a:lstStyle>
          <a:p/>
        </p:txBody>
      </p:sp>
      <p:sp>
        <p:nvSpPr>
          <p:cNvPr id="462" name="Google Shape;462;p31"/>
          <p:cNvSpPr txBox="1"/>
          <p:nvPr>
            <p:ph idx="2" type="subTitle"/>
          </p:nvPr>
        </p:nvSpPr>
        <p:spPr>
          <a:xfrm>
            <a:off x="637000" y="1820550"/>
            <a:ext cx="702300" cy="7761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2200"/>
              <a:buFont typeface="Red Hat Display SemiBold"/>
              <a:buNone/>
              <a:defRPr sz="22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p:txBody>
      </p:sp>
      <p:sp>
        <p:nvSpPr>
          <p:cNvPr id="463" name="Google Shape;463;p31"/>
          <p:cNvSpPr txBox="1"/>
          <p:nvPr>
            <p:ph idx="3" type="subTitle"/>
          </p:nvPr>
        </p:nvSpPr>
        <p:spPr>
          <a:xfrm>
            <a:off x="637000" y="3294325"/>
            <a:ext cx="702300" cy="7761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2200"/>
              <a:buFont typeface="Red Hat Display SemiBold"/>
              <a:buNone/>
              <a:defRPr sz="22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p:txBody>
      </p:sp>
      <p:sp>
        <p:nvSpPr>
          <p:cNvPr id="464" name="Google Shape;464;p31"/>
          <p:cNvSpPr txBox="1"/>
          <p:nvPr>
            <p:ph idx="4" type="subTitle"/>
          </p:nvPr>
        </p:nvSpPr>
        <p:spPr>
          <a:xfrm>
            <a:off x="5028175" y="1820550"/>
            <a:ext cx="702300" cy="776100"/>
          </a:xfrm>
          <a:prstGeom prst="rect">
            <a:avLst/>
          </a:prstGeom>
        </p:spPr>
        <p:txBody>
          <a:bodyPr anchorCtr="0" anchor="ctr" bIns="0" lIns="0" spcFirstLastPara="1" rIns="0" wrap="square" tIns="0">
            <a:noAutofit/>
          </a:bodyPr>
          <a:lstStyle>
            <a:lvl1pPr lvl="0" algn="ctr">
              <a:spcBef>
                <a:spcPts val="0"/>
              </a:spcBef>
              <a:spcAft>
                <a:spcPts val="0"/>
              </a:spcAft>
              <a:buSzPts val="2200"/>
              <a:buFont typeface="Red Hat Display SemiBold"/>
              <a:buNone/>
              <a:defRPr sz="2200">
                <a:latin typeface="Red Hat Display SemiBold"/>
                <a:ea typeface="Red Hat Display SemiBold"/>
                <a:cs typeface="Red Hat Display SemiBold"/>
                <a:sym typeface="Red Hat Display SemiBold"/>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65" name="Google Shape;465;p31"/>
          <p:cNvSpPr txBox="1"/>
          <p:nvPr>
            <p:ph idx="5" type="subTitle"/>
          </p:nvPr>
        </p:nvSpPr>
        <p:spPr>
          <a:xfrm>
            <a:off x="5028175" y="3294325"/>
            <a:ext cx="702300" cy="7761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2200"/>
              <a:buFont typeface="Red Hat Display SemiBold"/>
              <a:buNone/>
              <a:defRPr sz="22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p:txBody>
      </p:sp>
      <p:sp>
        <p:nvSpPr>
          <p:cNvPr id="466" name="Google Shape;466;p31"/>
          <p:cNvSpPr txBox="1"/>
          <p:nvPr>
            <p:ph idx="6" type="subTitle"/>
          </p:nvPr>
        </p:nvSpPr>
        <p:spPr>
          <a:xfrm>
            <a:off x="1546000" y="1807825"/>
            <a:ext cx="2477700" cy="587700"/>
          </a:xfrm>
          <a:prstGeom prst="rect">
            <a:avLst/>
          </a:prstGeom>
        </p:spPr>
        <p:txBody>
          <a:bodyPr anchorCtr="0" anchor="t" bIns="91425" lIns="0" spcFirstLastPara="1" rIns="91425" wrap="square" tIns="0">
            <a:noAutofit/>
          </a:bodyPr>
          <a:lstStyle>
            <a:lvl1pPr lvl="0">
              <a:lnSpc>
                <a:spcPct val="115000"/>
              </a:lnSpc>
              <a:spcBef>
                <a:spcPts val="0"/>
              </a:spcBef>
              <a:spcAft>
                <a:spcPts val="0"/>
              </a:spcAft>
              <a:buClr>
                <a:schemeClr val="lt1"/>
              </a:buClr>
              <a:buSzPts val="1000"/>
              <a:buFont typeface="Red Hat Display"/>
              <a:buNone/>
              <a:defRPr sz="1000"/>
            </a:lvl1pPr>
            <a:lvl2pPr lvl="1">
              <a:lnSpc>
                <a:spcPct val="115000"/>
              </a:lnSpc>
              <a:spcBef>
                <a:spcPts val="0"/>
              </a:spcBef>
              <a:spcAft>
                <a:spcPts val="0"/>
              </a:spcAft>
              <a:buClr>
                <a:schemeClr val="lt1"/>
              </a:buClr>
              <a:buSzPts val="1200"/>
              <a:buFont typeface="Red Hat Display"/>
              <a:buNone/>
              <a:defRPr sz="1200"/>
            </a:lvl2pPr>
            <a:lvl3pPr lvl="2">
              <a:lnSpc>
                <a:spcPct val="115000"/>
              </a:lnSpc>
              <a:spcBef>
                <a:spcPts val="0"/>
              </a:spcBef>
              <a:spcAft>
                <a:spcPts val="0"/>
              </a:spcAft>
              <a:buClr>
                <a:schemeClr val="lt1"/>
              </a:buClr>
              <a:buSzPts val="1200"/>
              <a:buFont typeface="Red Hat Display"/>
              <a:buNone/>
              <a:defRPr sz="1200"/>
            </a:lvl3pPr>
            <a:lvl4pPr lvl="3">
              <a:lnSpc>
                <a:spcPct val="115000"/>
              </a:lnSpc>
              <a:spcBef>
                <a:spcPts val="0"/>
              </a:spcBef>
              <a:spcAft>
                <a:spcPts val="0"/>
              </a:spcAft>
              <a:buClr>
                <a:schemeClr val="lt1"/>
              </a:buClr>
              <a:buSzPts val="1200"/>
              <a:buFont typeface="Red Hat Display"/>
              <a:buNone/>
              <a:defRPr sz="1200"/>
            </a:lvl4pPr>
            <a:lvl5pPr lvl="4">
              <a:lnSpc>
                <a:spcPct val="115000"/>
              </a:lnSpc>
              <a:spcBef>
                <a:spcPts val="0"/>
              </a:spcBef>
              <a:spcAft>
                <a:spcPts val="0"/>
              </a:spcAft>
              <a:buClr>
                <a:schemeClr val="lt1"/>
              </a:buClr>
              <a:buSzPts val="1200"/>
              <a:buFont typeface="Red Hat Display"/>
              <a:buNone/>
              <a:defRPr sz="1200"/>
            </a:lvl5pPr>
            <a:lvl6pPr lvl="5">
              <a:lnSpc>
                <a:spcPct val="115000"/>
              </a:lnSpc>
              <a:spcBef>
                <a:spcPts val="0"/>
              </a:spcBef>
              <a:spcAft>
                <a:spcPts val="0"/>
              </a:spcAft>
              <a:buClr>
                <a:schemeClr val="lt1"/>
              </a:buClr>
              <a:buSzPts val="1200"/>
              <a:buFont typeface="Red Hat Display"/>
              <a:buNone/>
              <a:defRPr sz="1200"/>
            </a:lvl6pPr>
            <a:lvl7pPr lvl="6">
              <a:lnSpc>
                <a:spcPct val="115000"/>
              </a:lnSpc>
              <a:spcBef>
                <a:spcPts val="0"/>
              </a:spcBef>
              <a:spcAft>
                <a:spcPts val="0"/>
              </a:spcAft>
              <a:buClr>
                <a:schemeClr val="lt1"/>
              </a:buClr>
              <a:buSzPts val="1200"/>
              <a:buFont typeface="Red Hat Display"/>
              <a:buNone/>
              <a:defRPr sz="1200"/>
            </a:lvl7pPr>
            <a:lvl8pPr lvl="7">
              <a:lnSpc>
                <a:spcPct val="115000"/>
              </a:lnSpc>
              <a:spcBef>
                <a:spcPts val="0"/>
              </a:spcBef>
              <a:spcAft>
                <a:spcPts val="0"/>
              </a:spcAft>
              <a:buClr>
                <a:schemeClr val="lt1"/>
              </a:buClr>
              <a:buSzPts val="1200"/>
              <a:buFont typeface="Red Hat Display"/>
              <a:buNone/>
              <a:defRPr sz="1200"/>
            </a:lvl8pPr>
            <a:lvl9pPr lvl="8">
              <a:lnSpc>
                <a:spcPct val="115000"/>
              </a:lnSpc>
              <a:spcBef>
                <a:spcPts val="0"/>
              </a:spcBef>
              <a:spcAft>
                <a:spcPts val="0"/>
              </a:spcAft>
              <a:buClr>
                <a:schemeClr val="lt1"/>
              </a:buClr>
              <a:buSzPts val="1200"/>
              <a:buFont typeface="Red Hat Display"/>
              <a:buNone/>
              <a:defRPr sz="1200"/>
            </a:lvl9pPr>
          </a:lstStyle>
          <a:p/>
        </p:txBody>
      </p:sp>
      <p:sp>
        <p:nvSpPr>
          <p:cNvPr id="467" name="Google Shape;467;p31"/>
          <p:cNvSpPr txBox="1"/>
          <p:nvPr>
            <p:ph idx="7" type="subTitle"/>
          </p:nvPr>
        </p:nvSpPr>
        <p:spPr>
          <a:xfrm>
            <a:off x="1546000" y="3288350"/>
            <a:ext cx="2477700" cy="587700"/>
          </a:xfrm>
          <a:prstGeom prst="rect">
            <a:avLst/>
          </a:prstGeom>
        </p:spPr>
        <p:txBody>
          <a:bodyPr anchorCtr="0" anchor="t" bIns="91425" lIns="0" spcFirstLastPara="1" rIns="91425" wrap="square" tIns="0">
            <a:noAutofit/>
          </a:bodyPr>
          <a:lstStyle>
            <a:lvl1pPr lvl="0">
              <a:lnSpc>
                <a:spcPct val="115000"/>
              </a:lnSpc>
              <a:spcBef>
                <a:spcPts val="0"/>
              </a:spcBef>
              <a:spcAft>
                <a:spcPts val="0"/>
              </a:spcAft>
              <a:buClr>
                <a:schemeClr val="lt1"/>
              </a:buClr>
              <a:buSzPts val="1000"/>
              <a:buFont typeface="Red Hat Display"/>
              <a:buNone/>
              <a:defRPr sz="1000"/>
            </a:lvl1pPr>
            <a:lvl2pPr lvl="1">
              <a:lnSpc>
                <a:spcPct val="115000"/>
              </a:lnSpc>
              <a:spcBef>
                <a:spcPts val="0"/>
              </a:spcBef>
              <a:spcAft>
                <a:spcPts val="0"/>
              </a:spcAft>
              <a:buClr>
                <a:schemeClr val="lt1"/>
              </a:buClr>
              <a:buSzPts val="1200"/>
              <a:buFont typeface="Red Hat Display"/>
              <a:buNone/>
              <a:defRPr sz="1200"/>
            </a:lvl2pPr>
            <a:lvl3pPr lvl="2">
              <a:lnSpc>
                <a:spcPct val="115000"/>
              </a:lnSpc>
              <a:spcBef>
                <a:spcPts val="0"/>
              </a:spcBef>
              <a:spcAft>
                <a:spcPts val="0"/>
              </a:spcAft>
              <a:buClr>
                <a:schemeClr val="lt1"/>
              </a:buClr>
              <a:buSzPts val="1200"/>
              <a:buFont typeface="Red Hat Display"/>
              <a:buNone/>
              <a:defRPr sz="1200"/>
            </a:lvl3pPr>
            <a:lvl4pPr lvl="3">
              <a:lnSpc>
                <a:spcPct val="115000"/>
              </a:lnSpc>
              <a:spcBef>
                <a:spcPts val="0"/>
              </a:spcBef>
              <a:spcAft>
                <a:spcPts val="0"/>
              </a:spcAft>
              <a:buClr>
                <a:schemeClr val="lt1"/>
              </a:buClr>
              <a:buSzPts val="1200"/>
              <a:buFont typeface="Red Hat Display"/>
              <a:buNone/>
              <a:defRPr sz="1200"/>
            </a:lvl4pPr>
            <a:lvl5pPr lvl="4">
              <a:lnSpc>
                <a:spcPct val="115000"/>
              </a:lnSpc>
              <a:spcBef>
                <a:spcPts val="0"/>
              </a:spcBef>
              <a:spcAft>
                <a:spcPts val="0"/>
              </a:spcAft>
              <a:buClr>
                <a:schemeClr val="lt1"/>
              </a:buClr>
              <a:buSzPts val="1200"/>
              <a:buFont typeface="Red Hat Display"/>
              <a:buNone/>
              <a:defRPr sz="1200"/>
            </a:lvl5pPr>
            <a:lvl6pPr lvl="5">
              <a:lnSpc>
                <a:spcPct val="115000"/>
              </a:lnSpc>
              <a:spcBef>
                <a:spcPts val="0"/>
              </a:spcBef>
              <a:spcAft>
                <a:spcPts val="0"/>
              </a:spcAft>
              <a:buClr>
                <a:schemeClr val="lt1"/>
              </a:buClr>
              <a:buSzPts val="1200"/>
              <a:buFont typeface="Red Hat Display"/>
              <a:buNone/>
              <a:defRPr sz="1200"/>
            </a:lvl6pPr>
            <a:lvl7pPr lvl="6">
              <a:lnSpc>
                <a:spcPct val="115000"/>
              </a:lnSpc>
              <a:spcBef>
                <a:spcPts val="0"/>
              </a:spcBef>
              <a:spcAft>
                <a:spcPts val="0"/>
              </a:spcAft>
              <a:buClr>
                <a:schemeClr val="lt1"/>
              </a:buClr>
              <a:buSzPts val="1200"/>
              <a:buFont typeface="Red Hat Display"/>
              <a:buNone/>
              <a:defRPr sz="1200"/>
            </a:lvl7pPr>
            <a:lvl8pPr lvl="7">
              <a:lnSpc>
                <a:spcPct val="115000"/>
              </a:lnSpc>
              <a:spcBef>
                <a:spcPts val="0"/>
              </a:spcBef>
              <a:spcAft>
                <a:spcPts val="0"/>
              </a:spcAft>
              <a:buClr>
                <a:schemeClr val="lt1"/>
              </a:buClr>
              <a:buSzPts val="1200"/>
              <a:buFont typeface="Red Hat Display"/>
              <a:buNone/>
              <a:defRPr sz="1200"/>
            </a:lvl8pPr>
            <a:lvl9pPr lvl="8">
              <a:lnSpc>
                <a:spcPct val="115000"/>
              </a:lnSpc>
              <a:spcBef>
                <a:spcPts val="0"/>
              </a:spcBef>
              <a:spcAft>
                <a:spcPts val="0"/>
              </a:spcAft>
              <a:buClr>
                <a:schemeClr val="lt1"/>
              </a:buClr>
              <a:buSzPts val="1200"/>
              <a:buFont typeface="Red Hat Display"/>
              <a:buNone/>
              <a:defRPr sz="1200"/>
            </a:lvl9pPr>
          </a:lstStyle>
          <a:p/>
        </p:txBody>
      </p:sp>
      <p:sp>
        <p:nvSpPr>
          <p:cNvPr id="468" name="Google Shape;468;p31"/>
          <p:cNvSpPr txBox="1"/>
          <p:nvPr>
            <p:ph idx="8" type="subTitle"/>
          </p:nvPr>
        </p:nvSpPr>
        <p:spPr>
          <a:xfrm>
            <a:off x="5937175" y="1807825"/>
            <a:ext cx="2477700" cy="587700"/>
          </a:xfrm>
          <a:prstGeom prst="rect">
            <a:avLst/>
          </a:prstGeom>
        </p:spPr>
        <p:txBody>
          <a:bodyPr anchorCtr="0" anchor="t" bIns="91425" lIns="0" spcFirstLastPara="1" rIns="91425" wrap="square" tIns="0">
            <a:noAutofit/>
          </a:bodyPr>
          <a:lstStyle>
            <a:lvl1pPr lvl="0">
              <a:lnSpc>
                <a:spcPct val="115000"/>
              </a:lnSpc>
              <a:spcBef>
                <a:spcPts val="0"/>
              </a:spcBef>
              <a:spcAft>
                <a:spcPts val="0"/>
              </a:spcAft>
              <a:buClr>
                <a:schemeClr val="lt1"/>
              </a:buClr>
              <a:buSzPts val="1000"/>
              <a:buFont typeface="Red Hat Display"/>
              <a:buNone/>
              <a:defRPr sz="1000"/>
            </a:lvl1pPr>
            <a:lvl2pPr lvl="1">
              <a:lnSpc>
                <a:spcPct val="115000"/>
              </a:lnSpc>
              <a:spcBef>
                <a:spcPts val="0"/>
              </a:spcBef>
              <a:spcAft>
                <a:spcPts val="0"/>
              </a:spcAft>
              <a:buClr>
                <a:schemeClr val="lt1"/>
              </a:buClr>
              <a:buSzPts val="1200"/>
              <a:buFont typeface="Red Hat Display"/>
              <a:buNone/>
              <a:defRPr sz="1200"/>
            </a:lvl2pPr>
            <a:lvl3pPr lvl="2">
              <a:lnSpc>
                <a:spcPct val="115000"/>
              </a:lnSpc>
              <a:spcBef>
                <a:spcPts val="0"/>
              </a:spcBef>
              <a:spcAft>
                <a:spcPts val="0"/>
              </a:spcAft>
              <a:buClr>
                <a:schemeClr val="lt1"/>
              </a:buClr>
              <a:buSzPts val="1200"/>
              <a:buFont typeface="Red Hat Display"/>
              <a:buNone/>
              <a:defRPr sz="1200"/>
            </a:lvl3pPr>
            <a:lvl4pPr lvl="3">
              <a:lnSpc>
                <a:spcPct val="115000"/>
              </a:lnSpc>
              <a:spcBef>
                <a:spcPts val="0"/>
              </a:spcBef>
              <a:spcAft>
                <a:spcPts val="0"/>
              </a:spcAft>
              <a:buClr>
                <a:schemeClr val="lt1"/>
              </a:buClr>
              <a:buSzPts val="1200"/>
              <a:buFont typeface="Red Hat Display"/>
              <a:buNone/>
              <a:defRPr sz="1200"/>
            </a:lvl4pPr>
            <a:lvl5pPr lvl="4">
              <a:lnSpc>
                <a:spcPct val="115000"/>
              </a:lnSpc>
              <a:spcBef>
                <a:spcPts val="0"/>
              </a:spcBef>
              <a:spcAft>
                <a:spcPts val="0"/>
              </a:spcAft>
              <a:buClr>
                <a:schemeClr val="lt1"/>
              </a:buClr>
              <a:buSzPts val="1200"/>
              <a:buFont typeface="Red Hat Display"/>
              <a:buNone/>
              <a:defRPr sz="1200"/>
            </a:lvl5pPr>
            <a:lvl6pPr lvl="5">
              <a:lnSpc>
                <a:spcPct val="115000"/>
              </a:lnSpc>
              <a:spcBef>
                <a:spcPts val="0"/>
              </a:spcBef>
              <a:spcAft>
                <a:spcPts val="0"/>
              </a:spcAft>
              <a:buClr>
                <a:schemeClr val="lt1"/>
              </a:buClr>
              <a:buSzPts val="1200"/>
              <a:buFont typeface="Red Hat Display"/>
              <a:buNone/>
              <a:defRPr sz="1200"/>
            </a:lvl6pPr>
            <a:lvl7pPr lvl="6">
              <a:lnSpc>
                <a:spcPct val="115000"/>
              </a:lnSpc>
              <a:spcBef>
                <a:spcPts val="0"/>
              </a:spcBef>
              <a:spcAft>
                <a:spcPts val="0"/>
              </a:spcAft>
              <a:buClr>
                <a:schemeClr val="lt1"/>
              </a:buClr>
              <a:buSzPts val="1200"/>
              <a:buFont typeface="Red Hat Display"/>
              <a:buNone/>
              <a:defRPr sz="1200"/>
            </a:lvl7pPr>
            <a:lvl8pPr lvl="7">
              <a:lnSpc>
                <a:spcPct val="115000"/>
              </a:lnSpc>
              <a:spcBef>
                <a:spcPts val="0"/>
              </a:spcBef>
              <a:spcAft>
                <a:spcPts val="0"/>
              </a:spcAft>
              <a:buClr>
                <a:schemeClr val="lt1"/>
              </a:buClr>
              <a:buSzPts val="1200"/>
              <a:buFont typeface="Red Hat Display"/>
              <a:buNone/>
              <a:defRPr sz="1200"/>
            </a:lvl8pPr>
            <a:lvl9pPr lvl="8">
              <a:lnSpc>
                <a:spcPct val="115000"/>
              </a:lnSpc>
              <a:spcBef>
                <a:spcPts val="0"/>
              </a:spcBef>
              <a:spcAft>
                <a:spcPts val="0"/>
              </a:spcAft>
              <a:buClr>
                <a:schemeClr val="lt1"/>
              </a:buClr>
              <a:buSzPts val="1200"/>
              <a:buFont typeface="Red Hat Display"/>
              <a:buNone/>
              <a:defRPr sz="1200"/>
            </a:lvl9pPr>
          </a:lstStyle>
          <a:p/>
        </p:txBody>
      </p:sp>
      <p:sp>
        <p:nvSpPr>
          <p:cNvPr id="469" name="Google Shape;469;p31"/>
          <p:cNvSpPr txBox="1"/>
          <p:nvPr>
            <p:ph idx="9" type="subTitle"/>
          </p:nvPr>
        </p:nvSpPr>
        <p:spPr>
          <a:xfrm>
            <a:off x="5937175" y="3288350"/>
            <a:ext cx="2477700" cy="587700"/>
          </a:xfrm>
          <a:prstGeom prst="rect">
            <a:avLst/>
          </a:prstGeom>
        </p:spPr>
        <p:txBody>
          <a:bodyPr anchorCtr="0" anchor="t" bIns="91425" lIns="0" spcFirstLastPara="1" rIns="91425" wrap="square" tIns="0">
            <a:noAutofit/>
          </a:bodyPr>
          <a:lstStyle>
            <a:lvl1pPr lvl="0">
              <a:lnSpc>
                <a:spcPct val="115000"/>
              </a:lnSpc>
              <a:spcBef>
                <a:spcPts val="0"/>
              </a:spcBef>
              <a:spcAft>
                <a:spcPts val="0"/>
              </a:spcAft>
              <a:buClr>
                <a:schemeClr val="lt1"/>
              </a:buClr>
              <a:buSzPts val="1000"/>
              <a:buFont typeface="Red Hat Display"/>
              <a:buNone/>
              <a:defRPr sz="1000"/>
            </a:lvl1pPr>
            <a:lvl2pPr lvl="1">
              <a:lnSpc>
                <a:spcPct val="115000"/>
              </a:lnSpc>
              <a:spcBef>
                <a:spcPts val="0"/>
              </a:spcBef>
              <a:spcAft>
                <a:spcPts val="0"/>
              </a:spcAft>
              <a:buClr>
                <a:schemeClr val="lt1"/>
              </a:buClr>
              <a:buSzPts val="1200"/>
              <a:buFont typeface="Red Hat Display"/>
              <a:buNone/>
              <a:defRPr sz="1200"/>
            </a:lvl2pPr>
            <a:lvl3pPr lvl="2">
              <a:lnSpc>
                <a:spcPct val="115000"/>
              </a:lnSpc>
              <a:spcBef>
                <a:spcPts val="0"/>
              </a:spcBef>
              <a:spcAft>
                <a:spcPts val="0"/>
              </a:spcAft>
              <a:buClr>
                <a:schemeClr val="lt1"/>
              </a:buClr>
              <a:buSzPts val="1200"/>
              <a:buFont typeface="Red Hat Display"/>
              <a:buNone/>
              <a:defRPr sz="1200"/>
            </a:lvl3pPr>
            <a:lvl4pPr lvl="3">
              <a:lnSpc>
                <a:spcPct val="115000"/>
              </a:lnSpc>
              <a:spcBef>
                <a:spcPts val="0"/>
              </a:spcBef>
              <a:spcAft>
                <a:spcPts val="0"/>
              </a:spcAft>
              <a:buClr>
                <a:schemeClr val="lt1"/>
              </a:buClr>
              <a:buSzPts val="1200"/>
              <a:buFont typeface="Red Hat Display"/>
              <a:buNone/>
              <a:defRPr sz="1200"/>
            </a:lvl4pPr>
            <a:lvl5pPr lvl="4">
              <a:lnSpc>
                <a:spcPct val="115000"/>
              </a:lnSpc>
              <a:spcBef>
                <a:spcPts val="0"/>
              </a:spcBef>
              <a:spcAft>
                <a:spcPts val="0"/>
              </a:spcAft>
              <a:buClr>
                <a:schemeClr val="lt1"/>
              </a:buClr>
              <a:buSzPts val="1200"/>
              <a:buFont typeface="Red Hat Display"/>
              <a:buNone/>
              <a:defRPr sz="1200"/>
            </a:lvl5pPr>
            <a:lvl6pPr lvl="5">
              <a:lnSpc>
                <a:spcPct val="115000"/>
              </a:lnSpc>
              <a:spcBef>
                <a:spcPts val="0"/>
              </a:spcBef>
              <a:spcAft>
                <a:spcPts val="0"/>
              </a:spcAft>
              <a:buClr>
                <a:schemeClr val="lt1"/>
              </a:buClr>
              <a:buSzPts val="1200"/>
              <a:buFont typeface="Red Hat Display"/>
              <a:buNone/>
              <a:defRPr sz="1200"/>
            </a:lvl6pPr>
            <a:lvl7pPr lvl="6">
              <a:lnSpc>
                <a:spcPct val="115000"/>
              </a:lnSpc>
              <a:spcBef>
                <a:spcPts val="0"/>
              </a:spcBef>
              <a:spcAft>
                <a:spcPts val="0"/>
              </a:spcAft>
              <a:buClr>
                <a:schemeClr val="lt1"/>
              </a:buClr>
              <a:buSzPts val="1200"/>
              <a:buFont typeface="Red Hat Display"/>
              <a:buNone/>
              <a:defRPr sz="1200"/>
            </a:lvl7pPr>
            <a:lvl8pPr lvl="7">
              <a:lnSpc>
                <a:spcPct val="115000"/>
              </a:lnSpc>
              <a:spcBef>
                <a:spcPts val="0"/>
              </a:spcBef>
              <a:spcAft>
                <a:spcPts val="0"/>
              </a:spcAft>
              <a:buClr>
                <a:schemeClr val="lt1"/>
              </a:buClr>
              <a:buSzPts val="1200"/>
              <a:buFont typeface="Red Hat Display"/>
              <a:buNone/>
              <a:defRPr sz="1200"/>
            </a:lvl8pPr>
            <a:lvl9pPr lvl="8">
              <a:lnSpc>
                <a:spcPct val="115000"/>
              </a:lnSpc>
              <a:spcBef>
                <a:spcPts val="0"/>
              </a:spcBef>
              <a:spcAft>
                <a:spcPts val="0"/>
              </a:spcAft>
              <a:buClr>
                <a:schemeClr val="lt1"/>
              </a:buClr>
              <a:buSzPts val="1200"/>
              <a:buFont typeface="Red Hat Display"/>
              <a:buNone/>
              <a:defRPr sz="12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 Black">
  <p:cSld name="BLANK_1_1_1_1_1_1">
    <p:spTree>
      <p:nvGrpSpPr>
        <p:cNvPr id="470" name="Shape 470"/>
        <p:cNvGrpSpPr/>
        <p:nvPr/>
      </p:nvGrpSpPr>
      <p:grpSpPr>
        <a:xfrm>
          <a:off x="0" y="0"/>
          <a:ext cx="0" cy="0"/>
          <a:chOff x="0" y="0"/>
          <a:chExt cx="0" cy="0"/>
        </a:xfrm>
      </p:grpSpPr>
      <p:cxnSp>
        <p:nvCxnSpPr>
          <p:cNvPr id="471" name="Google Shape;471;p32"/>
          <p:cNvCxnSpPr/>
          <p:nvPr/>
        </p:nvCxnSpPr>
        <p:spPr>
          <a:xfrm>
            <a:off x="3518300" y="712833"/>
            <a:ext cx="5617500" cy="0"/>
          </a:xfrm>
          <a:prstGeom prst="straightConnector1">
            <a:avLst/>
          </a:prstGeom>
          <a:noFill/>
          <a:ln cap="flat" cmpd="sng" w="9525">
            <a:solidFill>
              <a:schemeClr val="accent5"/>
            </a:solidFill>
            <a:prstDash val="solid"/>
            <a:round/>
            <a:headEnd len="med" w="med" type="none"/>
            <a:tailEnd len="med" w="med" type="none"/>
          </a:ln>
        </p:spPr>
      </p:cxnSp>
      <p:cxnSp>
        <p:nvCxnSpPr>
          <p:cNvPr id="472" name="Google Shape;472;p32"/>
          <p:cNvCxnSpPr>
            <a:stCxn id="473" idx="1"/>
            <a:endCxn id="474" idx="3"/>
          </p:cNvCxnSpPr>
          <p:nvPr/>
        </p:nvCxnSpPr>
        <p:spPr>
          <a:xfrm>
            <a:off x="2641916" y="1598375"/>
            <a:ext cx="0" cy="1332300"/>
          </a:xfrm>
          <a:prstGeom prst="straightConnector1">
            <a:avLst/>
          </a:prstGeom>
          <a:noFill/>
          <a:ln cap="flat" cmpd="sng" w="9525">
            <a:solidFill>
              <a:schemeClr val="accent5"/>
            </a:solidFill>
            <a:prstDash val="solid"/>
            <a:round/>
            <a:headEnd len="med" w="med" type="none"/>
            <a:tailEnd len="med" w="med" type="none"/>
          </a:ln>
        </p:spPr>
      </p:cxnSp>
      <p:cxnSp>
        <p:nvCxnSpPr>
          <p:cNvPr id="475" name="Google Shape;475;p32"/>
          <p:cNvCxnSpPr/>
          <p:nvPr/>
        </p:nvCxnSpPr>
        <p:spPr>
          <a:xfrm rot="10800000">
            <a:off x="-19425" y="711675"/>
            <a:ext cx="936600" cy="936600"/>
          </a:xfrm>
          <a:prstGeom prst="straightConnector1">
            <a:avLst/>
          </a:prstGeom>
          <a:noFill/>
          <a:ln cap="flat" cmpd="sng" w="9525">
            <a:solidFill>
              <a:schemeClr val="accent5"/>
            </a:solidFill>
            <a:prstDash val="solid"/>
            <a:round/>
            <a:headEnd len="med" w="med" type="none"/>
            <a:tailEnd len="med" w="med" type="none"/>
          </a:ln>
        </p:spPr>
      </p:cxnSp>
      <p:cxnSp>
        <p:nvCxnSpPr>
          <p:cNvPr id="476" name="Google Shape;476;p32"/>
          <p:cNvCxnSpPr/>
          <p:nvPr/>
        </p:nvCxnSpPr>
        <p:spPr>
          <a:xfrm rot="10800000">
            <a:off x="1464900" y="-8025"/>
            <a:ext cx="958800" cy="958800"/>
          </a:xfrm>
          <a:prstGeom prst="straightConnector1">
            <a:avLst/>
          </a:prstGeom>
          <a:noFill/>
          <a:ln cap="flat" cmpd="sng" w="9525">
            <a:solidFill>
              <a:schemeClr val="accent5"/>
            </a:solidFill>
            <a:prstDash val="solid"/>
            <a:round/>
            <a:headEnd len="med" w="med" type="none"/>
            <a:tailEnd len="med" w="med" type="none"/>
          </a:ln>
        </p:spPr>
      </p:cxnSp>
      <p:sp>
        <p:nvSpPr>
          <p:cNvPr id="473" name="Google Shape;473;p32"/>
          <p:cNvSpPr/>
          <p:nvPr/>
        </p:nvSpPr>
        <p:spPr>
          <a:xfrm flipH="1">
            <a:off x="1761266" y="-614125"/>
            <a:ext cx="1761300" cy="22125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cxnSp>
        <p:nvCxnSpPr>
          <p:cNvPr id="477" name="Google Shape;477;p32"/>
          <p:cNvCxnSpPr/>
          <p:nvPr/>
        </p:nvCxnSpPr>
        <p:spPr>
          <a:xfrm rot="10800000">
            <a:off x="709975" y="3201569"/>
            <a:ext cx="1758300" cy="1758300"/>
          </a:xfrm>
          <a:prstGeom prst="straightConnector1">
            <a:avLst/>
          </a:prstGeom>
          <a:noFill/>
          <a:ln cap="flat" cmpd="sng" w="9525">
            <a:solidFill>
              <a:schemeClr val="accent5"/>
            </a:solidFill>
            <a:prstDash val="solid"/>
            <a:round/>
            <a:headEnd len="med" w="med" type="none"/>
            <a:tailEnd len="med" w="med" type="none"/>
          </a:ln>
        </p:spPr>
      </p:cxnSp>
      <p:sp>
        <p:nvSpPr>
          <p:cNvPr id="474" name="Google Shape;474;p32"/>
          <p:cNvSpPr/>
          <p:nvPr/>
        </p:nvSpPr>
        <p:spPr>
          <a:xfrm>
            <a:off x="1761265" y="2930748"/>
            <a:ext cx="1761300" cy="22125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cxnSp>
        <p:nvCxnSpPr>
          <p:cNvPr id="478" name="Google Shape;478;p32"/>
          <p:cNvCxnSpPr/>
          <p:nvPr/>
        </p:nvCxnSpPr>
        <p:spPr>
          <a:xfrm flipH="1" rot="10800000">
            <a:off x="-23900" y="3541825"/>
            <a:ext cx="1163100" cy="1163100"/>
          </a:xfrm>
          <a:prstGeom prst="straightConnector1">
            <a:avLst/>
          </a:prstGeom>
          <a:noFill/>
          <a:ln cap="flat" cmpd="sng" w="9525">
            <a:solidFill>
              <a:schemeClr val="accent5"/>
            </a:solidFill>
            <a:prstDash val="solid"/>
            <a:round/>
            <a:headEnd len="med" w="med" type="none"/>
            <a:tailEnd len="med" w="med" type="none"/>
          </a:ln>
        </p:spPr>
      </p:cxnSp>
      <p:sp>
        <p:nvSpPr>
          <p:cNvPr id="479" name="Google Shape;479;p32"/>
          <p:cNvSpPr/>
          <p:nvPr/>
        </p:nvSpPr>
        <p:spPr>
          <a:xfrm flipH="1">
            <a:off x="-34" y="1598375"/>
            <a:ext cx="1761300" cy="22125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80" name="Google Shape;480;p32"/>
          <p:cNvSpPr txBox="1"/>
          <p:nvPr>
            <p:ph idx="1" type="subTitle"/>
          </p:nvPr>
        </p:nvSpPr>
        <p:spPr>
          <a:xfrm>
            <a:off x="3948800" y="2677300"/>
            <a:ext cx="4966500" cy="20064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81" name="Google Shape;481;p32"/>
          <p:cNvSpPr txBox="1"/>
          <p:nvPr>
            <p:ph type="title"/>
          </p:nvPr>
        </p:nvSpPr>
        <p:spPr>
          <a:xfrm>
            <a:off x="3948800" y="1956950"/>
            <a:ext cx="4966500" cy="5877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sz="4000">
                <a:solidFill>
                  <a:schemeClr val="lt1"/>
                </a:solidFill>
              </a:defRPr>
            </a:lvl1pPr>
            <a:lvl2pPr lvl="1">
              <a:lnSpc>
                <a:spcPct val="115000"/>
              </a:lnSpc>
              <a:spcBef>
                <a:spcPts val="0"/>
              </a:spcBef>
              <a:spcAft>
                <a:spcPts val="0"/>
              </a:spcAft>
              <a:buNone/>
              <a:defRPr>
                <a:solidFill>
                  <a:schemeClr val="lt1"/>
                </a:solidFill>
              </a:defRPr>
            </a:lvl2pPr>
            <a:lvl3pPr lvl="2">
              <a:lnSpc>
                <a:spcPct val="115000"/>
              </a:lnSpc>
              <a:spcBef>
                <a:spcPts val="0"/>
              </a:spcBef>
              <a:spcAft>
                <a:spcPts val="0"/>
              </a:spcAft>
              <a:buNone/>
              <a:defRPr>
                <a:solidFill>
                  <a:schemeClr val="lt1"/>
                </a:solidFill>
              </a:defRPr>
            </a:lvl3pPr>
            <a:lvl4pPr lvl="3">
              <a:lnSpc>
                <a:spcPct val="115000"/>
              </a:lnSpc>
              <a:spcBef>
                <a:spcPts val="0"/>
              </a:spcBef>
              <a:spcAft>
                <a:spcPts val="0"/>
              </a:spcAft>
              <a:buNone/>
              <a:defRPr>
                <a:solidFill>
                  <a:schemeClr val="lt1"/>
                </a:solidFill>
              </a:defRPr>
            </a:lvl4pPr>
            <a:lvl5pPr lvl="4">
              <a:lnSpc>
                <a:spcPct val="115000"/>
              </a:lnSpc>
              <a:spcBef>
                <a:spcPts val="0"/>
              </a:spcBef>
              <a:spcAft>
                <a:spcPts val="0"/>
              </a:spcAft>
              <a:buNone/>
              <a:defRPr>
                <a:solidFill>
                  <a:schemeClr val="lt1"/>
                </a:solidFill>
              </a:defRPr>
            </a:lvl5pPr>
            <a:lvl6pPr lvl="5">
              <a:lnSpc>
                <a:spcPct val="115000"/>
              </a:lnSpc>
              <a:spcBef>
                <a:spcPts val="0"/>
              </a:spcBef>
              <a:spcAft>
                <a:spcPts val="0"/>
              </a:spcAft>
              <a:buNone/>
              <a:defRPr>
                <a:solidFill>
                  <a:schemeClr val="lt1"/>
                </a:solidFill>
              </a:defRPr>
            </a:lvl6pPr>
            <a:lvl7pPr lvl="6">
              <a:lnSpc>
                <a:spcPct val="115000"/>
              </a:lnSpc>
              <a:spcBef>
                <a:spcPts val="0"/>
              </a:spcBef>
              <a:spcAft>
                <a:spcPts val="0"/>
              </a:spcAft>
              <a:buNone/>
              <a:defRPr>
                <a:solidFill>
                  <a:schemeClr val="lt1"/>
                </a:solidFill>
              </a:defRPr>
            </a:lvl7pPr>
            <a:lvl8pPr lvl="7">
              <a:lnSpc>
                <a:spcPct val="115000"/>
              </a:lnSpc>
              <a:spcBef>
                <a:spcPts val="0"/>
              </a:spcBef>
              <a:spcAft>
                <a:spcPts val="0"/>
              </a:spcAft>
              <a:buNone/>
              <a:defRPr>
                <a:solidFill>
                  <a:schemeClr val="lt1"/>
                </a:solidFill>
              </a:defRPr>
            </a:lvl8pPr>
            <a:lvl9pPr lvl="8">
              <a:lnSpc>
                <a:spcPct val="115000"/>
              </a:lnSpc>
              <a:spcBef>
                <a:spcPts val="0"/>
              </a:spcBef>
              <a:spcAft>
                <a:spcPts val="0"/>
              </a:spcAft>
              <a:buNone/>
              <a:defRPr>
                <a:solidFill>
                  <a:schemeClr val="lt1"/>
                </a:solidFill>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 Green">
  <p:cSld name="BLANK_1_1_1_1_1_1_2">
    <p:bg>
      <p:bgPr>
        <a:solidFill>
          <a:schemeClr val="accent5"/>
        </a:solidFill>
      </p:bgPr>
    </p:bg>
    <p:spTree>
      <p:nvGrpSpPr>
        <p:cNvPr id="482" name="Shape 482"/>
        <p:cNvGrpSpPr/>
        <p:nvPr/>
      </p:nvGrpSpPr>
      <p:grpSpPr>
        <a:xfrm>
          <a:off x="0" y="0"/>
          <a:ext cx="0" cy="0"/>
          <a:chOff x="0" y="0"/>
          <a:chExt cx="0" cy="0"/>
        </a:xfrm>
      </p:grpSpPr>
      <p:cxnSp>
        <p:nvCxnSpPr>
          <p:cNvPr id="483" name="Google Shape;483;p33"/>
          <p:cNvCxnSpPr/>
          <p:nvPr/>
        </p:nvCxnSpPr>
        <p:spPr>
          <a:xfrm>
            <a:off x="3518300" y="712833"/>
            <a:ext cx="5617500" cy="0"/>
          </a:xfrm>
          <a:prstGeom prst="straightConnector1">
            <a:avLst/>
          </a:prstGeom>
          <a:noFill/>
          <a:ln cap="flat" cmpd="sng" w="9525">
            <a:solidFill>
              <a:schemeClr val="accent4"/>
            </a:solidFill>
            <a:prstDash val="solid"/>
            <a:round/>
            <a:headEnd len="med" w="med" type="none"/>
            <a:tailEnd len="med" w="med" type="none"/>
          </a:ln>
        </p:spPr>
      </p:cxnSp>
      <p:cxnSp>
        <p:nvCxnSpPr>
          <p:cNvPr id="484" name="Google Shape;484;p33"/>
          <p:cNvCxnSpPr>
            <a:stCxn id="485" idx="1"/>
            <a:endCxn id="486" idx="3"/>
          </p:cNvCxnSpPr>
          <p:nvPr/>
        </p:nvCxnSpPr>
        <p:spPr>
          <a:xfrm>
            <a:off x="2641916" y="1598375"/>
            <a:ext cx="0" cy="1332300"/>
          </a:xfrm>
          <a:prstGeom prst="straightConnector1">
            <a:avLst/>
          </a:prstGeom>
          <a:noFill/>
          <a:ln cap="flat" cmpd="sng" w="9525">
            <a:solidFill>
              <a:schemeClr val="accent4"/>
            </a:solidFill>
            <a:prstDash val="solid"/>
            <a:round/>
            <a:headEnd len="med" w="med" type="none"/>
            <a:tailEnd len="med" w="med" type="none"/>
          </a:ln>
        </p:spPr>
      </p:cxnSp>
      <p:cxnSp>
        <p:nvCxnSpPr>
          <p:cNvPr id="487" name="Google Shape;487;p33"/>
          <p:cNvCxnSpPr/>
          <p:nvPr/>
        </p:nvCxnSpPr>
        <p:spPr>
          <a:xfrm rot="10800000">
            <a:off x="-19425" y="711675"/>
            <a:ext cx="936600" cy="936600"/>
          </a:xfrm>
          <a:prstGeom prst="straightConnector1">
            <a:avLst/>
          </a:prstGeom>
          <a:noFill/>
          <a:ln cap="flat" cmpd="sng" w="9525">
            <a:solidFill>
              <a:schemeClr val="accent4"/>
            </a:solidFill>
            <a:prstDash val="solid"/>
            <a:round/>
            <a:headEnd len="med" w="med" type="none"/>
            <a:tailEnd len="med" w="med" type="none"/>
          </a:ln>
        </p:spPr>
      </p:cxnSp>
      <p:cxnSp>
        <p:nvCxnSpPr>
          <p:cNvPr id="488" name="Google Shape;488;p33"/>
          <p:cNvCxnSpPr/>
          <p:nvPr/>
        </p:nvCxnSpPr>
        <p:spPr>
          <a:xfrm rot="10800000">
            <a:off x="1464900" y="-8025"/>
            <a:ext cx="958800" cy="958800"/>
          </a:xfrm>
          <a:prstGeom prst="straightConnector1">
            <a:avLst/>
          </a:prstGeom>
          <a:noFill/>
          <a:ln cap="flat" cmpd="sng" w="9525">
            <a:solidFill>
              <a:schemeClr val="accent4"/>
            </a:solidFill>
            <a:prstDash val="solid"/>
            <a:round/>
            <a:headEnd len="med" w="med" type="none"/>
            <a:tailEnd len="med" w="med" type="none"/>
          </a:ln>
        </p:spPr>
      </p:cxnSp>
      <p:sp>
        <p:nvSpPr>
          <p:cNvPr id="485" name="Google Shape;485;p33"/>
          <p:cNvSpPr/>
          <p:nvPr/>
        </p:nvSpPr>
        <p:spPr>
          <a:xfrm flipH="1">
            <a:off x="1761266" y="-614125"/>
            <a:ext cx="1761300" cy="22125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cxnSp>
        <p:nvCxnSpPr>
          <p:cNvPr id="489" name="Google Shape;489;p33"/>
          <p:cNvCxnSpPr/>
          <p:nvPr/>
        </p:nvCxnSpPr>
        <p:spPr>
          <a:xfrm rot="10800000">
            <a:off x="709975" y="3201569"/>
            <a:ext cx="1758300" cy="1758300"/>
          </a:xfrm>
          <a:prstGeom prst="straightConnector1">
            <a:avLst/>
          </a:prstGeom>
          <a:noFill/>
          <a:ln cap="flat" cmpd="sng" w="9525">
            <a:solidFill>
              <a:schemeClr val="accent4"/>
            </a:solidFill>
            <a:prstDash val="solid"/>
            <a:round/>
            <a:headEnd len="med" w="med" type="none"/>
            <a:tailEnd len="med" w="med" type="none"/>
          </a:ln>
        </p:spPr>
      </p:cxnSp>
      <p:sp>
        <p:nvSpPr>
          <p:cNvPr id="486" name="Google Shape;486;p33"/>
          <p:cNvSpPr/>
          <p:nvPr/>
        </p:nvSpPr>
        <p:spPr>
          <a:xfrm>
            <a:off x="1761265" y="2930748"/>
            <a:ext cx="1761300" cy="22125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cxnSp>
        <p:nvCxnSpPr>
          <p:cNvPr id="490" name="Google Shape;490;p33"/>
          <p:cNvCxnSpPr/>
          <p:nvPr/>
        </p:nvCxnSpPr>
        <p:spPr>
          <a:xfrm flipH="1" rot="10800000">
            <a:off x="-23900" y="3541825"/>
            <a:ext cx="1163100" cy="1163100"/>
          </a:xfrm>
          <a:prstGeom prst="straightConnector1">
            <a:avLst/>
          </a:prstGeom>
          <a:noFill/>
          <a:ln cap="flat" cmpd="sng" w="9525">
            <a:solidFill>
              <a:schemeClr val="accent4"/>
            </a:solidFill>
            <a:prstDash val="solid"/>
            <a:round/>
            <a:headEnd len="med" w="med" type="none"/>
            <a:tailEnd len="med" w="med" type="none"/>
          </a:ln>
        </p:spPr>
      </p:cxnSp>
      <p:sp>
        <p:nvSpPr>
          <p:cNvPr id="491" name="Google Shape;491;p33"/>
          <p:cNvSpPr/>
          <p:nvPr/>
        </p:nvSpPr>
        <p:spPr>
          <a:xfrm flipH="1">
            <a:off x="-34" y="1598375"/>
            <a:ext cx="1761300" cy="2212500"/>
          </a:xfrm>
          <a:prstGeom prst="snip2DiagRect">
            <a:avLst>
              <a:gd fmla="val 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92" name="Google Shape;492;p33"/>
          <p:cNvSpPr txBox="1"/>
          <p:nvPr>
            <p:ph idx="1" type="subTitle"/>
          </p:nvPr>
        </p:nvSpPr>
        <p:spPr>
          <a:xfrm>
            <a:off x="3948800" y="2677301"/>
            <a:ext cx="4941000" cy="19299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93" name="Google Shape;493;p33"/>
          <p:cNvSpPr txBox="1"/>
          <p:nvPr>
            <p:ph type="title"/>
          </p:nvPr>
        </p:nvSpPr>
        <p:spPr>
          <a:xfrm>
            <a:off x="3948800" y="1956950"/>
            <a:ext cx="4966500" cy="587700"/>
          </a:xfrm>
          <a:prstGeom prst="rect">
            <a:avLst/>
          </a:prstGeom>
        </p:spPr>
        <p:txBody>
          <a:bodyPr anchorCtr="0" anchor="b" bIns="0" lIns="0" spcFirstLastPara="1" rIns="91425" wrap="square" tIns="91425">
            <a:noAutofit/>
          </a:bodyPr>
          <a:lstStyle>
            <a:lvl1pPr lvl="0">
              <a:spcBef>
                <a:spcPts val="0"/>
              </a:spcBef>
              <a:spcAft>
                <a:spcPts val="0"/>
              </a:spcAft>
              <a:buNone/>
              <a:defRPr sz="4000">
                <a:solidFill>
                  <a:schemeClr val="lt1"/>
                </a:solidFill>
              </a:defRPr>
            </a:lvl1pPr>
            <a:lvl2pPr lvl="1">
              <a:lnSpc>
                <a:spcPct val="115000"/>
              </a:lnSpc>
              <a:spcBef>
                <a:spcPts val="0"/>
              </a:spcBef>
              <a:spcAft>
                <a:spcPts val="0"/>
              </a:spcAft>
              <a:buNone/>
              <a:defRPr>
                <a:solidFill>
                  <a:schemeClr val="lt1"/>
                </a:solidFill>
              </a:defRPr>
            </a:lvl2pPr>
            <a:lvl3pPr lvl="2">
              <a:lnSpc>
                <a:spcPct val="115000"/>
              </a:lnSpc>
              <a:spcBef>
                <a:spcPts val="0"/>
              </a:spcBef>
              <a:spcAft>
                <a:spcPts val="0"/>
              </a:spcAft>
              <a:buNone/>
              <a:defRPr>
                <a:solidFill>
                  <a:schemeClr val="lt1"/>
                </a:solidFill>
              </a:defRPr>
            </a:lvl3pPr>
            <a:lvl4pPr lvl="3">
              <a:lnSpc>
                <a:spcPct val="115000"/>
              </a:lnSpc>
              <a:spcBef>
                <a:spcPts val="0"/>
              </a:spcBef>
              <a:spcAft>
                <a:spcPts val="0"/>
              </a:spcAft>
              <a:buNone/>
              <a:defRPr>
                <a:solidFill>
                  <a:schemeClr val="lt1"/>
                </a:solidFill>
              </a:defRPr>
            </a:lvl4pPr>
            <a:lvl5pPr lvl="4">
              <a:lnSpc>
                <a:spcPct val="115000"/>
              </a:lnSpc>
              <a:spcBef>
                <a:spcPts val="0"/>
              </a:spcBef>
              <a:spcAft>
                <a:spcPts val="0"/>
              </a:spcAft>
              <a:buNone/>
              <a:defRPr>
                <a:solidFill>
                  <a:schemeClr val="lt1"/>
                </a:solidFill>
              </a:defRPr>
            </a:lvl5pPr>
            <a:lvl6pPr lvl="5">
              <a:lnSpc>
                <a:spcPct val="115000"/>
              </a:lnSpc>
              <a:spcBef>
                <a:spcPts val="0"/>
              </a:spcBef>
              <a:spcAft>
                <a:spcPts val="0"/>
              </a:spcAft>
              <a:buNone/>
              <a:defRPr>
                <a:solidFill>
                  <a:schemeClr val="lt1"/>
                </a:solidFill>
              </a:defRPr>
            </a:lvl6pPr>
            <a:lvl7pPr lvl="6">
              <a:lnSpc>
                <a:spcPct val="115000"/>
              </a:lnSpc>
              <a:spcBef>
                <a:spcPts val="0"/>
              </a:spcBef>
              <a:spcAft>
                <a:spcPts val="0"/>
              </a:spcAft>
              <a:buNone/>
              <a:defRPr>
                <a:solidFill>
                  <a:schemeClr val="lt1"/>
                </a:solidFill>
              </a:defRPr>
            </a:lvl7pPr>
            <a:lvl8pPr lvl="7">
              <a:lnSpc>
                <a:spcPct val="115000"/>
              </a:lnSpc>
              <a:spcBef>
                <a:spcPts val="0"/>
              </a:spcBef>
              <a:spcAft>
                <a:spcPts val="0"/>
              </a:spcAft>
              <a:buNone/>
              <a:defRPr>
                <a:solidFill>
                  <a:schemeClr val="lt1"/>
                </a:solidFill>
              </a:defRPr>
            </a:lvl8pPr>
            <a:lvl9pPr lvl="8">
              <a:lnSpc>
                <a:spcPct val="115000"/>
              </a:lnSpc>
              <a:spcBef>
                <a:spcPts val="0"/>
              </a:spcBef>
              <a:spcAft>
                <a:spcPts val="0"/>
              </a:spcAft>
              <a:buNone/>
              <a:defRPr>
                <a:solidFill>
                  <a:schemeClr val="lt1"/>
                </a:solidFill>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w/ description">
  <p:cSld name="BLANK_1_1_1_1_1_1_1_1_1_1_1">
    <p:spTree>
      <p:nvGrpSpPr>
        <p:cNvPr id="494" name="Shape 494"/>
        <p:cNvGrpSpPr/>
        <p:nvPr/>
      </p:nvGrpSpPr>
      <p:grpSpPr>
        <a:xfrm>
          <a:off x="0" y="0"/>
          <a:ext cx="0" cy="0"/>
          <a:chOff x="0" y="0"/>
          <a:chExt cx="0" cy="0"/>
        </a:xfrm>
      </p:grpSpPr>
      <p:sp>
        <p:nvSpPr>
          <p:cNvPr id="495" name="Google Shape;495;p34"/>
          <p:cNvSpPr txBox="1"/>
          <p:nvPr>
            <p:ph idx="1" type="subTitle"/>
          </p:nvPr>
        </p:nvSpPr>
        <p:spPr>
          <a:xfrm>
            <a:off x="4782025" y="1731500"/>
            <a:ext cx="19269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96" name="Google Shape;496;p34"/>
          <p:cNvSpPr txBox="1"/>
          <p:nvPr>
            <p:ph type="title"/>
          </p:nvPr>
        </p:nvSpPr>
        <p:spPr>
          <a:xfrm>
            <a:off x="1392601" y="836575"/>
            <a:ext cx="32052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4000">
                <a:solidFill>
                  <a:schemeClr val="lt1"/>
                </a:solidFill>
              </a:defRPr>
            </a:lvl1pPr>
            <a:lvl2pPr lvl="1">
              <a:lnSpc>
                <a:spcPct val="115000"/>
              </a:lnSpc>
              <a:spcBef>
                <a:spcPts val="0"/>
              </a:spcBef>
              <a:spcAft>
                <a:spcPts val="0"/>
              </a:spcAft>
              <a:buNone/>
              <a:defRPr sz="4000">
                <a:solidFill>
                  <a:schemeClr val="lt1"/>
                </a:solidFill>
              </a:defRPr>
            </a:lvl2pPr>
            <a:lvl3pPr lvl="2">
              <a:lnSpc>
                <a:spcPct val="115000"/>
              </a:lnSpc>
              <a:spcBef>
                <a:spcPts val="0"/>
              </a:spcBef>
              <a:spcAft>
                <a:spcPts val="0"/>
              </a:spcAft>
              <a:buNone/>
              <a:defRPr sz="4000">
                <a:solidFill>
                  <a:schemeClr val="lt1"/>
                </a:solidFill>
              </a:defRPr>
            </a:lvl3pPr>
            <a:lvl4pPr lvl="3">
              <a:lnSpc>
                <a:spcPct val="115000"/>
              </a:lnSpc>
              <a:spcBef>
                <a:spcPts val="0"/>
              </a:spcBef>
              <a:spcAft>
                <a:spcPts val="0"/>
              </a:spcAft>
              <a:buNone/>
              <a:defRPr sz="4000">
                <a:solidFill>
                  <a:schemeClr val="lt1"/>
                </a:solidFill>
              </a:defRPr>
            </a:lvl4pPr>
            <a:lvl5pPr lvl="4">
              <a:lnSpc>
                <a:spcPct val="115000"/>
              </a:lnSpc>
              <a:spcBef>
                <a:spcPts val="0"/>
              </a:spcBef>
              <a:spcAft>
                <a:spcPts val="0"/>
              </a:spcAft>
              <a:buNone/>
              <a:defRPr sz="4000">
                <a:solidFill>
                  <a:schemeClr val="lt1"/>
                </a:solidFill>
              </a:defRPr>
            </a:lvl5pPr>
            <a:lvl6pPr lvl="5">
              <a:lnSpc>
                <a:spcPct val="115000"/>
              </a:lnSpc>
              <a:spcBef>
                <a:spcPts val="0"/>
              </a:spcBef>
              <a:spcAft>
                <a:spcPts val="0"/>
              </a:spcAft>
              <a:buNone/>
              <a:defRPr sz="4000">
                <a:solidFill>
                  <a:schemeClr val="lt1"/>
                </a:solidFill>
              </a:defRPr>
            </a:lvl6pPr>
            <a:lvl7pPr lvl="6">
              <a:lnSpc>
                <a:spcPct val="115000"/>
              </a:lnSpc>
              <a:spcBef>
                <a:spcPts val="0"/>
              </a:spcBef>
              <a:spcAft>
                <a:spcPts val="0"/>
              </a:spcAft>
              <a:buNone/>
              <a:defRPr sz="4000">
                <a:solidFill>
                  <a:schemeClr val="lt1"/>
                </a:solidFill>
              </a:defRPr>
            </a:lvl7pPr>
            <a:lvl8pPr lvl="7">
              <a:lnSpc>
                <a:spcPct val="115000"/>
              </a:lnSpc>
              <a:spcBef>
                <a:spcPts val="0"/>
              </a:spcBef>
              <a:spcAft>
                <a:spcPts val="0"/>
              </a:spcAft>
              <a:buNone/>
              <a:defRPr sz="4000">
                <a:solidFill>
                  <a:schemeClr val="lt1"/>
                </a:solidFill>
              </a:defRPr>
            </a:lvl8pPr>
            <a:lvl9pPr lvl="8">
              <a:lnSpc>
                <a:spcPct val="115000"/>
              </a:lnSpc>
              <a:spcBef>
                <a:spcPts val="0"/>
              </a:spcBef>
              <a:spcAft>
                <a:spcPts val="0"/>
              </a:spcAft>
              <a:buNone/>
              <a:defRPr sz="4000">
                <a:solidFill>
                  <a:schemeClr val="lt1"/>
                </a:solidFill>
              </a:defRPr>
            </a:lvl9pPr>
          </a:lstStyle>
          <a:p/>
        </p:txBody>
      </p:sp>
      <p:sp>
        <p:nvSpPr>
          <p:cNvPr id="497" name="Google Shape;497;p34"/>
          <p:cNvSpPr/>
          <p:nvPr/>
        </p:nvSpPr>
        <p:spPr>
          <a:xfrm>
            <a:off x="1" y="1262825"/>
            <a:ext cx="1187700" cy="12936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98" name="Google Shape;498;p34"/>
          <p:cNvSpPr/>
          <p:nvPr/>
        </p:nvSpPr>
        <p:spPr>
          <a:xfrm>
            <a:off x="1" y="2556277"/>
            <a:ext cx="1187700" cy="12936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99" name="Google Shape;499;p34"/>
          <p:cNvSpPr/>
          <p:nvPr/>
        </p:nvSpPr>
        <p:spPr>
          <a:xfrm>
            <a:off x="1" y="3849830"/>
            <a:ext cx="1187700" cy="12936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500" name="Google Shape;500;p34"/>
          <p:cNvSpPr/>
          <p:nvPr/>
        </p:nvSpPr>
        <p:spPr>
          <a:xfrm>
            <a:off x="0" y="0"/>
            <a:ext cx="1187700" cy="12627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501" name="Google Shape;501;p34"/>
          <p:cNvSpPr txBox="1"/>
          <p:nvPr>
            <p:ph idx="2" type="subTitle"/>
          </p:nvPr>
        </p:nvSpPr>
        <p:spPr>
          <a:xfrm>
            <a:off x="4944882" y="1875150"/>
            <a:ext cx="1584900" cy="301500"/>
          </a:xfrm>
          <a:prstGeom prst="rect">
            <a:avLst/>
          </a:prstGeom>
        </p:spPr>
        <p:txBody>
          <a:bodyPr anchorCtr="0" anchor="t" bIns="91425" lIns="0" spcFirstLastPara="1" rIns="91425" wrap="square" tIns="91425">
            <a:noAutofit/>
          </a:bodyPr>
          <a:lstStyle>
            <a:lvl1pPr lvl="0">
              <a:spcBef>
                <a:spcPts val="0"/>
              </a:spcBef>
              <a:spcAft>
                <a:spcPts val="0"/>
              </a:spcAft>
              <a:buClr>
                <a:schemeClr val="dk2"/>
              </a:buClr>
              <a:buSzPts val="1200"/>
              <a:buFont typeface="Red Hat Display"/>
              <a:buNone/>
              <a:defRPr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502" name="Google Shape;502;p34"/>
          <p:cNvSpPr txBox="1"/>
          <p:nvPr>
            <p:ph idx="3" type="subTitle"/>
          </p:nvPr>
        </p:nvSpPr>
        <p:spPr>
          <a:xfrm>
            <a:off x="4782025" y="2682477"/>
            <a:ext cx="1926900" cy="3015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503" name="Google Shape;503;p34"/>
          <p:cNvSpPr txBox="1"/>
          <p:nvPr>
            <p:ph idx="4" type="subTitle"/>
          </p:nvPr>
        </p:nvSpPr>
        <p:spPr>
          <a:xfrm>
            <a:off x="4944882" y="2826125"/>
            <a:ext cx="1584900" cy="301500"/>
          </a:xfrm>
          <a:prstGeom prst="rect">
            <a:avLst/>
          </a:prstGeom>
        </p:spPr>
        <p:txBody>
          <a:bodyPr anchorCtr="0" anchor="t" bIns="91425" lIns="0" spcFirstLastPara="1" rIns="91425" wrap="square" tIns="91425">
            <a:noAutofit/>
          </a:bodyPr>
          <a:lstStyle>
            <a:lvl1pPr lvl="0">
              <a:spcBef>
                <a:spcPts val="0"/>
              </a:spcBef>
              <a:spcAft>
                <a:spcPts val="0"/>
              </a:spcAft>
              <a:buClr>
                <a:schemeClr val="dk2"/>
              </a:buClr>
              <a:buSzPts val="1200"/>
              <a:buFont typeface="Red Hat Display"/>
              <a:buNone/>
              <a:defRPr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504" name="Google Shape;504;p34"/>
          <p:cNvSpPr txBox="1"/>
          <p:nvPr>
            <p:ph idx="5" type="subTitle"/>
          </p:nvPr>
        </p:nvSpPr>
        <p:spPr>
          <a:xfrm>
            <a:off x="4782025" y="3628000"/>
            <a:ext cx="19269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505" name="Google Shape;505;p34"/>
          <p:cNvSpPr txBox="1"/>
          <p:nvPr>
            <p:ph idx="6" type="subTitle"/>
          </p:nvPr>
        </p:nvSpPr>
        <p:spPr>
          <a:xfrm>
            <a:off x="4944882" y="3771650"/>
            <a:ext cx="1584900" cy="301500"/>
          </a:xfrm>
          <a:prstGeom prst="rect">
            <a:avLst/>
          </a:prstGeom>
        </p:spPr>
        <p:txBody>
          <a:bodyPr anchorCtr="0" anchor="t" bIns="91425" lIns="0" spcFirstLastPara="1" rIns="91425" wrap="square" tIns="91425">
            <a:noAutofit/>
          </a:bodyPr>
          <a:lstStyle>
            <a:lvl1pPr lvl="0">
              <a:spcBef>
                <a:spcPts val="0"/>
              </a:spcBef>
              <a:spcAft>
                <a:spcPts val="0"/>
              </a:spcAft>
              <a:buClr>
                <a:schemeClr val="dk2"/>
              </a:buClr>
              <a:buSzPts val="1200"/>
              <a:buFont typeface="Red Hat Display"/>
              <a:buNone/>
              <a:defRPr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506" name="Google Shape;506;p34"/>
          <p:cNvSpPr txBox="1"/>
          <p:nvPr>
            <p:ph idx="7" type="subTitle"/>
          </p:nvPr>
        </p:nvSpPr>
        <p:spPr>
          <a:xfrm>
            <a:off x="7123375" y="1731500"/>
            <a:ext cx="17478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507" name="Google Shape;507;p34"/>
          <p:cNvSpPr txBox="1"/>
          <p:nvPr>
            <p:ph idx="8" type="subTitle"/>
          </p:nvPr>
        </p:nvSpPr>
        <p:spPr>
          <a:xfrm>
            <a:off x="7278029" y="1875150"/>
            <a:ext cx="1637400" cy="301500"/>
          </a:xfrm>
          <a:prstGeom prst="rect">
            <a:avLst/>
          </a:prstGeom>
        </p:spPr>
        <p:txBody>
          <a:bodyPr anchorCtr="0" anchor="t" bIns="91425" lIns="0" spcFirstLastPara="1" rIns="91425" wrap="square" tIns="91425">
            <a:noAutofit/>
          </a:bodyPr>
          <a:lstStyle>
            <a:lvl1pPr lvl="0">
              <a:spcBef>
                <a:spcPts val="0"/>
              </a:spcBef>
              <a:spcAft>
                <a:spcPts val="0"/>
              </a:spcAft>
              <a:buClr>
                <a:schemeClr val="dk2"/>
              </a:buClr>
              <a:buSzPts val="1200"/>
              <a:buFont typeface="Red Hat Display"/>
              <a:buNone/>
              <a:defRPr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508" name="Google Shape;508;p34"/>
          <p:cNvSpPr txBox="1"/>
          <p:nvPr>
            <p:ph idx="9" type="subTitle"/>
          </p:nvPr>
        </p:nvSpPr>
        <p:spPr>
          <a:xfrm>
            <a:off x="7123375" y="2682477"/>
            <a:ext cx="17478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509" name="Google Shape;509;p34"/>
          <p:cNvSpPr txBox="1"/>
          <p:nvPr>
            <p:ph idx="13" type="subTitle"/>
          </p:nvPr>
        </p:nvSpPr>
        <p:spPr>
          <a:xfrm>
            <a:off x="7278029" y="2826127"/>
            <a:ext cx="1637400" cy="301500"/>
          </a:xfrm>
          <a:prstGeom prst="rect">
            <a:avLst/>
          </a:prstGeom>
        </p:spPr>
        <p:txBody>
          <a:bodyPr anchorCtr="0" anchor="t" bIns="91425" lIns="0" spcFirstLastPara="1" rIns="91425" wrap="square" tIns="91425">
            <a:noAutofit/>
          </a:bodyPr>
          <a:lstStyle>
            <a:lvl1pPr lvl="0">
              <a:spcBef>
                <a:spcPts val="0"/>
              </a:spcBef>
              <a:spcAft>
                <a:spcPts val="0"/>
              </a:spcAft>
              <a:buClr>
                <a:schemeClr val="dk2"/>
              </a:buClr>
              <a:buSzPts val="1200"/>
              <a:buFont typeface="Red Hat Display"/>
              <a:buNone/>
              <a:defRPr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510" name="Google Shape;510;p34"/>
          <p:cNvSpPr txBox="1"/>
          <p:nvPr>
            <p:ph idx="14" type="subTitle"/>
          </p:nvPr>
        </p:nvSpPr>
        <p:spPr>
          <a:xfrm>
            <a:off x="7123375" y="3628000"/>
            <a:ext cx="17478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511" name="Google Shape;511;p34"/>
          <p:cNvSpPr txBox="1"/>
          <p:nvPr>
            <p:ph idx="15" type="subTitle"/>
          </p:nvPr>
        </p:nvSpPr>
        <p:spPr>
          <a:xfrm>
            <a:off x="7278029" y="3771650"/>
            <a:ext cx="1637400" cy="301500"/>
          </a:xfrm>
          <a:prstGeom prst="rect">
            <a:avLst/>
          </a:prstGeom>
        </p:spPr>
        <p:txBody>
          <a:bodyPr anchorCtr="0" anchor="t" bIns="91425" lIns="0" spcFirstLastPara="1" rIns="91425" wrap="square" tIns="91425">
            <a:noAutofit/>
          </a:bodyPr>
          <a:lstStyle>
            <a:lvl1pPr lvl="0">
              <a:spcBef>
                <a:spcPts val="0"/>
              </a:spcBef>
              <a:spcAft>
                <a:spcPts val="0"/>
              </a:spcAft>
              <a:buClr>
                <a:schemeClr val="dk2"/>
              </a:buClr>
              <a:buSzPts val="1200"/>
              <a:buFont typeface="Red Hat Display"/>
              <a:buNone/>
              <a:defRPr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BLANK_1_1_1_1_1_1_1_1_1_1_1_2">
    <p:spTree>
      <p:nvGrpSpPr>
        <p:cNvPr id="512" name="Shape 512"/>
        <p:cNvGrpSpPr/>
        <p:nvPr/>
      </p:nvGrpSpPr>
      <p:grpSpPr>
        <a:xfrm>
          <a:off x="0" y="0"/>
          <a:ext cx="0" cy="0"/>
          <a:chOff x="0" y="0"/>
          <a:chExt cx="0" cy="0"/>
        </a:xfrm>
      </p:grpSpPr>
      <p:sp>
        <p:nvSpPr>
          <p:cNvPr id="513" name="Google Shape;513;p35"/>
          <p:cNvSpPr txBox="1"/>
          <p:nvPr>
            <p:ph idx="1" type="subTitle"/>
          </p:nvPr>
        </p:nvSpPr>
        <p:spPr>
          <a:xfrm>
            <a:off x="5711285" y="1731500"/>
            <a:ext cx="28467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514" name="Google Shape;514;p35"/>
          <p:cNvSpPr txBox="1"/>
          <p:nvPr>
            <p:ph type="title"/>
          </p:nvPr>
        </p:nvSpPr>
        <p:spPr>
          <a:xfrm>
            <a:off x="1392601" y="836575"/>
            <a:ext cx="32052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4000">
                <a:solidFill>
                  <a:schemeClr val="lt1"/>
                </a:solidFill>
              </a:defRPr>
            </a:lvl1pPr>
            <a:lvl2pPr lvl="1">
              <a:lnSpc>
                <a:spcPct val="115000"/>
              </a:lnSpc>
              <a:spcBef>
                <a:spcPts val="0"/>
              </a:spcBef>
              <a:spcAft>
                <a:spcPts val="0"/>
              </a:spcAft>
              <a:buNone/>
              <a:defRPr sz="4000">
                <a:solidFill>
                  <a:schemeClr val="lt1"/>
                </a:solidFill>
              </a:defRPr>
            </a:lvl2pPr>
            <a:lvl3pPr lvl="2">
              <a:lnSpc>
                <a:spcPct val="115000"/>
              </a:lnSpc>
              <a:spcBef>
                <a:spcPts val="0"/>
              </a:spcBef>
              <a:spcAft>
                <a:spcPts val="0"/>
              </a:spcAft>
              <a:buNone/>
              <a:defRPr sz="4000">
                <a:solidFill>
                  <a:schemeClr val="lt1"/>
                </a:solidFill>
              </a:defRPr>
            </a:lvl3pPr>
            <a:lvl4pPr lvl="3">
              <a:lnSpc>
                <a:spcPct val="115000"/>
              </a:lnSpc>
              <a:spcBef>
                <a:spcPts val="0"/>
              </a:spcBef>
              <a:spcAft>
                <a:spcPts val="0"/>
              </a:spcAft>
              <a:buNone/>
              <a:defRPr sz="4000">
                <a:solidFill>
                  <a:schemeClr val="lt1"/>
                </a:solidFill>
              </a:defRPr>
            </a:lvl4pPr>
            <a:lvl5pPr lvl="4">
              <a:lnSpc>
                <a:spcPct val="115000"/>
              </a:lnSpc>
              <a:spcBef>
                <a:spcPts val="0"/>
              </a:spcBef>
              <a:spcAft>
                <a:spcPts val="0"/>
              </a:spcAft>
              <a:buNone/>
              <a:defRPr sz="4000">
                <a:solidFill>
                  <a:schemeClr val="lt1"/>
                </a:solidFill>
              </a:defRPr>
            </a:lvl5pPr>
            <a:lvl6pPr lvl="5">
              <a:lnSpc>
                <a:spcPct val="115000"/>
              </a:lnSpc>
              <a:spcBef>
                <a:spcPts val="0"/>
              </a:spcBef>
              <a:spcAft>
                <a:spcPts val="0"/>
              </a:spcAft>
              <a:buNone/>
              <a:defRPr sz="4000">
                <a:solidFill>
                  <a:schemeClr val="lt1"/>
                </a:solidFill>
              </a:defRPr>
            </a:lvl6pPr>
            <a:lvl7pPr lvl="6">
              <a:lnSpc>
                <a:spcPct val="115000"/>
              </a:lnSpc>
              <a:spcBef>
                <a:spcPts val="0"/>
              </a:spcBef>
              <a:spcAft>
                <a:spcPts val="0"/>
              </a:spcAft>
              <a:buNone/>
              <a:defRPr sz="4000">
                <a:solidFill>
                  <a:schemeClr val="lt1"/>
                </a:solidFill>
              </a:defRPr>
            </a:lvl7pPr>
            <a:lvl8pPr lvl="7">
              <a:lnSpc>
                <a:spcPct val="115000"/>
              </a:lnSpc>
              <a:spcBef>
                <a:spcPts val="0"/>
              </a:spcBef>
              <a:spcAft>
                <a:spcPts val="0"/>
              </a:spcAft>
              <a:buNone/>
              <a:defRPr sz="4000">
                <a:solidFill>
                  <a:schemeClr val="lt1"/>
                </a:solidFill>
              </a:defRPr>
            </a:lvl8pPr>
            <a:lvl9pPr lvl="8">
              <a:lnSpc>
                <a:spcPct val="115000"/>
              </a:lnSpc>
              <a:spcBef>
                <a:spcPts val="0"/>
              </a:spcBef>
              <a:spcAft>
                <a:spcPts val="0"/>
              </a:spcAft>
              <a:buNone/>
              <a:defRPr sz="4000">
                <a:solidFill>
                  <a:schemeClr val="lt1"/>
                </a:solidFill>
              </a:defRPr>
            </a:lvl9pPr>
          </a:lstStyle>
          <a:p/>
        </p:txBody>
      </p:sp>
      <p:sp>
        <p:nvSpPr>
          <p:cNvPr id="515" name="Google Shape;515;p35"/>
          <p:cNvSpPr/>
          <p:nvPr/>
        </p:nvSpPr>
        <p:spPr>
          <a:xfrm>
            <a:off x="1" y="1262825"/>
            <a:ext cx="1187700" cy="12936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516" name="Google Shape;516;p35"/>
          <p:cNvSpPr/>
          <p:nvPr/>
        </p:nvSpPr>
        <p:spPr>
          <a:xfrm>
            <a:off x="1" y="2556277"/>
            <a:ext cx="1187700" cy="12936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517" name="Google Shape;517;p35"/>
          <p:cNvSpPr/>
          <p:nvPr/>
        </p:nvSpPr>
        <p:spPr>
          <a:xfrm>
            <a:off x="1" y="3849830"/>
            <a:ext cx="1187700" cy="12936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518" name="Google Shape;518;p35"/>
          <p:cNvSpPr/>
          <p:nvPr/>
        </p:nvSpPr>
        <p:spPr>
          <a:xfrm>
            <a:off x="0" y="0"/>
            <a:ext cx="1187700" cy="12627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519" name="Google Shape;519;p35"/>
          <p:cNvSpPr txBox="1"/>
          <p:nvPr>
            <p:ph idx="2" type="subTitle"/>
          </p:nvPr>
        </p:nvSpPr>
        <p:spPr>
          <a:xfrm>
            <a:off x="5711285" y="2250475"/>
            <a:ext cx="28467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520" name="Google Shape;520;p35"/>
          <p:cNvSpPr txBox="1"/>
          <p:nvPr>
            <p:ph idx="3" type="subTitle"/>
          </p:nvPr>
        </p:nvSpPr>
        <p:spPr>
          <a:xfrm>
            <a:off x="5711285" y="2769450"/>
            <a:ext cx="2846700" cy="301500"/>
          </a:xfrm>
          <a:prstGeom prst="rect">
            <a:avLst/>
          </a:prstGeom>
        </p:spPr>
        <p:txBody>
          <a:bodyPr anchorCtr="0" anchor="b" bIns="91425" lIns="91425" spcFirstLastPara="1" rIns="91425" wrap="square" tIns="91425">
            <a:noAutofit/>
          </a:bodyPr>
          <a:lstStyle>
            <a:lvl1pPr lvl="0">
              <a:spcBef>
                <a:spcPts val="0"/>
              </a:spcBef>
              <a:spcAft>
                <a:spcPts val="0"/>
              </a:spcAft>
              <a:buSzPts val="1400"/>
              <a:buFont typeface="Red Hat Display"/>
              <a:buNone/>
              <a:defRPr/>
            </a:lvl1pPr>
            <a:lvl2pPr lvl="1">
              <a:spcBef>
                <a:spcPts val="0"/>
              </a:spcBef>
              <a:spcAft>
                <a:spcPts val="0"/>
              </a:spcAft>
              <a:buSzPts val="1400"/>
              <a:buFont typeface="Red Hat Display"/>
              <a:buNone/>
              <a:defRPr/>
            </a:lvl2pPr>
            <a:lvl3pPr lvl="2">
              <a:spcBef>
                <a:spcPts val="0"/>
              </a:spcBef>
              <a:spcAft>
                <a:spcPts val="0"/>
              </a:spcAft>
              <a:buSzPts val="1400"/>
              <a:buFont typeface="Red Hat Display"/>
              <a:buNone/>
              <a:defRPr/>
            </a:lvl3pPr>
            <a:lvl4pPr lvl="3">
              <a:spcBef>
                <a:spcPts val="0"/>
              </a:spcBef>
              <a:spcAft>
                <a:spcPts val="0"/>
              </a:spcAft>
              <a:buSzPts val="1400"/>
              <a:buFont typeface="Red Hat Display"/>
              <a:buNone/>
              <a:defRPr/>
            </a:lvl4pPr>
            <a:lvl5pPr lvl="4">
              <a:spcBef>
                <a:spcPts val="0"/>
              </a:spcBef>
              <a:spcAft>
                <a:spcPts val="0"/>
              </a:spcAft>
              <a:buSzPts val="1400"/>
              <a:buFont typeface="Red Hat Display"/>
              <a:buNone/>
              <a:defRPr/>
            </a:lvl5pPr>
            <a:lvl6pPr lvl="5">
              <a:spcBef>
                <a:spcPts val="0"/>
              </a:spcBef>
              <a:spcAft>
                <a:spcPts val="0"/>
              </a:spcAft>
              <a:buSzPts val="1400"/>
              <a:buFont typeface="Red Hat Display"/>
              <a:buNone/>
              <a:defRPr/>
            </a:lvl6pPr>
            <a:lvl7pPr lvl="6">
              <a:spcBef>
                <a:spcPts val="0"/>
              </a:spcBef>
              <a:spcAft>
                <a:spcPts val="0"/>
              </a:spcAft>
              <a:buSzPts val="1400"/>
              <a:buFont typeface="Red Hat Display"/>
              <a:buNone/>
              <a:defRPr/>
            </a:lvl7pPr>
            <a:lvl8pPr lvl="7">
              <a:spcBef>
                <a:spcPts val="0"/>
              </a:spcBef>
              <a:spcAft>
                <a:spcPts val="0"/>
              </a:spcAft>
              <a:buSzPts val="1400"/>
              <a:buFont typeface="Red Hat Display"/>
              <a:buNone/>
              <a:defRPr/>
            </a:lvl8pPr>
            <a:lvl9pPr lvl="8">
              <a:spcBef>
                <a:spcPts val="0"/>
              </a:spcBef>
              <a:spcAft>
                <a:spcPts val="0"/>
              </a:spcAft>
              <a:buSzPts val="1400"/>
              <a:buFont typeface="Red Hat Display"/>
              <a:buNone/>
              <a:defRPr/>
            </a:lvl9pPr>
          </a:lstStyle>
          <a:p/>
        </p:txBody>
      </p:sp>
      <p:sp>
        <p:nvSpPr>
          <p:cNvPr id="521" name="Google Shape;521;p35"/>
          <p:cNvSpPr txBox="1"/>
          <p:nvPr>
            <p:ph idx="4" type="subTitle"/>
          </p:nvPr>
        </p:nvSpPr>
        <p:spPr>
          <a:xfrm>
            <a:off x="5711285" y="3288425"/>
            <a:ext cx="28467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522" name="Google Shape;522;p35"/>
          <p:cNvSpPr txBox="1"/>
          <p:nvPr>
            <p:ph idx="5" type="subTitle"/>
          </p:nvPr>
        </p:nvSpPr>
        <p:spPr>
          <a:xfrm>
            <a:off x="5711285" y="3807400"/>
            <a:ext cx="28467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523" name="Google Shape;523;p35"/>
          <p:cNvSpPr txBox="1"/>
          <p:nvPr>
            <p:ph idx="6" type="subTitle"/>
          </p:nvPr>
        </p:nvSpPr>
        <p:spPr>
          <a:xfrm>
            <a:off x="5711285" y="4326375"/>
            <a:ext cx="28467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xt steps">
  <p:cSld name="CUSTOM_6">
    <p:spTree>
      <p:nvGrpSpPr>
        <p:cNvPr id="524" name="Shape 524"/>
        <p:cNvGrpSpPr/>
        <p:nvPr/>
      </p:nvGrpSpPr>
      <p:grpSpPr>
        <a:xfrm>
          <a:off x="0" y="0"/>
          <a:ext cx="0" cy="0"/>
          <a:chOff x="0" y="0"/>
          <a:chExt cx="0" cy="0"/>
        </a:xfrm>
      </p:grpSpPr>
      <p:sp>
        <p:nvSpPr>
          <p:cNvPr id="525" name="Google Shape;525;p36"/>
          <p:cNvSpPr/>
          <p:nvPr/>
        </p:nvSpPr>
        <p:spPr>
          <a:xfrm rot="5400000">
            <a:off x="446600" y="-454900"/>
            <a:ext cx="2712900" cy="3605700"/>
          </a:xfrm>
          <a:prstGeom prst="snip1Rect">
            <a:avLst>
              <a:gd fmla="val 39812"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526" name="Google Shape;526;p36"/>
          <p:cNvSpPr txBox="1"/>
          <p:nvPr>
            <p:ph type="title"/>
          </p:nvPr>
        </p:nvSpPr>
        <p:spPr>
          <a:xfrm>
            <a:off x="228600" y="525200"/>
            <a:ext cx="3154500" cy="587700"/>
          </a:xfrm>
          <a:prstGeom prst="rect">
            <a:avLst/>
          </a:prstGeom>
        </p:spPr>
        <p:txBody>
          <a:bodyPr anchorCtr="0" anchor="b" bIns="0" lIns="0" spcFirstLastPara="1" rIns="91425" wrap="square" tIns="91425">
            <a:noAutofit/>
          </a:bodyPr>
          <a:lstStyle>
            <a:lvl1pPr lvl="0">
              <a:spcBef>
                <a:spcPts val="0"/>
              </a:spcBef>
              <a:spcAft>
                <a:spcPts val="0"/>
              </a:spcAft>
              <a:buNone/>
              <a:defRPr sz="4000"/>
            </a:lvl1pPr>
            <a:lvl2pPr lvl="1">
              <a:lnSpc>
                <a:spcPct val="115000"/>
              </a:lnSpc>
              <a:spcBef>
                <a:spcPts val="0"/>
              </a:spcBef>
              <a:spcAft>
                <a:spcPts val="0"/>
              </a:spcAft>
              <a:buNone/>
              <a:defRPr/>
            </a:lvl2pPr>
            <a:lvl3pPr lvl="2">
              <a:lnSpc>
                <a:spcPct val="115000"/>
              </a:lnSpc>
              <a:spcBef>
                <a:spcPts val="0"/>
              </a:spcBef>
              <a:spcAft>
                <a:spcPts val="0"/>
              </a:spcAft>
              <a:buNone/>
              <a:defRPr/>
            </a:lvl3pPr>
            <a:lvl4pPr lvl="3">
              <a:lnSpc>
                <a:spcPct val="115000"/>
              </a:lnSpc>
              <a:spcBef>
                <a:spcPts val="0"/>
              </a:spcBef>
              <a:spcAft>
                <a:spcPts val="0"/>
              </a:spcAft>
              <a:buNone/>
              <a:defRPr/>
            </a:lvl4pPr>
            <a:lvl5pPr lvl="4">
              <a:lnSpc>
                <a:spcPct val="115000"/>
              </a:lnSpc>
              <a:spcBef>
                <a:spcPts val="0"/>
              </a:spcBef>
              <a:spcAft>
                <a:spcPts val="0"/>
              </a:spcAft>
              <a:buNone/>
              <a:defRPr/>
            </a:lvl5pPr>
            <a:lvl6pPr lvl="5">
              <a:lnSpc>
                <a:spcPct val="115000"/>
              </a:lnSpc>
              <a:spcBef>
                <a:spcPts val="0"/>
              </a:spcBef>
              <a:spcAft>
                <a:spcPts val="0"/>
              </a:spcAft>
              <a:buNone/>
              <a:defRPr/>
            </a:lvl6pPr>
            <a:lvl7pPr lvl="6">
              <a:lnSpc>
                <a:spcPct val="115000"/>
              </a:lnSpc>
              <a:spcBef>
                <a:spcPts val="0"/>
              </a:spcBef>
              <a:spcAft>
                <a:spcPts val="0"/>
              </a:spcAft>
              <a:buNone/>
              <a:defRPr/>
            </a:lvl7pPr>
            <a:lvl8pPr lvl="7">
              <a:lnSpc>
                <a:spcPct val="115000"/>
              </a:lnSpc>
              <a:spcBef>
                <a:spcPts val="0"/>
              </a:spcBef>
              <a:spcAft>
                <a:spcPts val="0"/>
              </a:spcAft>
              <a:buNone/>
              <a:defRPr/>
            </a:lvl8pPr>
            <a:lvl9pPr lvl="8">
              <a:lnSpc>
                <a:spcPct val="115000"/>
              </a:lnSpc>
              <a:spcBef>
                <a:spcPts val="0"/>
              </a:spcBef>
              <a:spcAft>
                <a:spcPts val="0"/>
              </a:spcAft>
              <a:buNone/>
              <a:defRPr/>
            </a:lvl9pPr>
          </a:lstStyle>
          <a:p/>
        </p:txBody>
      </p:sp>
      <p:sp>
        <p:nvSpPr>
          <p:cNvPr id="527" name="Google Shape;527;p36"/>
          <p:cNvSpPr txBox="1"/>
          <p:nvPr>
            <p:ph idx="1" type="subTitle"/>
          </p:nvPr>
        </p:nvSpPr>
        <p:spPr>
          <a:xfrm>
            <a:off x="228600" y="1185575"/>
            <a:ext cx="2806800" cy="9543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528" name="Google Shape;528;p36"/>
          <p:cNvSpPr txBox="1"/>
          <p:nvPr>
            <p:ph idx="2" type="subTitle"/>
          </p:nvPr>
        </p:nvSpPr>
        <p:spPr>
          <a:xfrm>
            <a:off x="4784300" y="1597250"/>
            <a:ext cx="873600" cy="330000"/>
          </a:xfrm>
          <a:prstGeom prst="rect">
            <a:avLst/>
          </a:prstGeom>
        </p:spPr>
        <p:txBody>
          <a:bodyPr anchorCtr="0" anchor="ctr" bIns="0" lIns="0" spcFirstLastPara="1" rIns="0" wrap="square" tIns="0">
            <a:noAutofit/>
          </a:bodyPr>
          <a:lstStyle>
            <a:lvl1pPr lvl="0">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529" name="Google Shape;529;p36"/>
          <p:cNvSpPr txBox="1"/>
          <p:nvPr>
            <p:ph idx="3" type="subTitle"/>
          </p:nvPr>
        </p:nvSpPr>
        <p:spPr>
          <a:xfrm>
            <a:off x="6129000" y="1600050"/>
            <a:ext cx="1887300" cy="651900"/>
          </a:xfrm>
          <a:prstGeom prst="rect">
            <a:avLst/>
          </a:prstGeom>
        </p:spPr>
        <p:txBody>
          <a:bodyPr anchorCtr="0" anchor="ctr" bIns="0" lIns="0" spcFirstLastPara="1" rIns="0" wrap="square" tIns="0">
            <a:noAutofit/>
          </a:bodyPr>
          <a:lstStyle>
            <a:lvl1pPr lvl="0">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530" name="Google Shape;530;p36"/>
          <p:cNvSpPr txBox="1"/>
          <p:nvPr>
            <p:ph idx="4" type="subTitle"/>
          </p:nvPr>
        </p:nvSpPr>
        <p:spPr>
          <a:xfrm>
            <a:off x="6129000" y="2669675"/>
            <a:ext cx="1887300" cy="6519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2pPr>
            <a:lvl3pPr lvl="2">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3pPr>
            <a:lvl4pPr lvl="3">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4pPr>
            <a:lvl5pPr lvl="4">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5pPr>
            <a:lvl6pPr lvl="5">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6pPr>
            <a:lvl7pPr lvl="6">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7pPr>
            <a:lvl8pPr lvl="7">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8pPr>
            <a:lvl9pPr lvl="8">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9pPr>
          </a:lstStyle>
          <a:p/>
        </p:txBody>
      </p:sp>
      <p:sp>
        <p:nvSpPr>
          <p:cNvPr id="531" name="Google Shape;531;p36"/>
          <p:cNvSpPr txBox="1"/>
          <p:nvPr>
            <p:ph idx="5" type="subTitle"/>
          </p:nvPr>
        </p:nvSpPr>
        <p:spPr>
          <a:xfrm>
            <a:off x="6129000" y="3739250"/>
            <a:ext cx="1887300" cy="6519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2pPr>
            <a:lvl3pPr lvl="2">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3pPr>
            <a:lvl4pPr lvl="3">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4pPr>
            <a:lvl5pPr lvl="4">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5pPr>
            <a:lvl6pPr lvl="5">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6pPr>
            <a:lvl7pPr lvl="6">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7pPr>
            <a:lvl8pPr lvl="7">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8pPr>
            <a:lvl9pPr lvl="8">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9pPr>
          </a:lstStyle>
          <a:p/>
        </p:txBody>
      </p:sp>
      <p:sp>
        <p:nvSpPr>
          <p:cNvPr id="532" name="Google Shape;532;p36"/>
          <p:cNvSpPr txBox="1"/>
          <p:nvPr>
            <p:ph idx="6" type="subTitle"/>
          </p:nvPr>
        </p:nvSpPr>
        <p:spPr>
          <a:xfrm>
            <a:off x="4784300" y="2668250"/>
            <a:ext cx="873600" cy="330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2pPr>
            <a:lvl3pPr lvl="2">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3pPr>
            <a:lvl4pPr lvl="3">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4pPr>
            <a:lvl5pPr lvl="4">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5pPr>
            <a:lvl6pPr lvl="5">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6pPr>
            <a:lvl7pPr lvl="6">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7pPr>
            <a:lvl8pPr lvl="7">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8pPr>
            <a:lvl9pPr lvl="8">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9pPr>
          </a:lstStyle>
          <a:p/>
        </p:txBody>
      </p:sp>
      <p:sp>
        <p:nvSpPr>
          <p:cNvPr id="533" name="Google Shape;533;p36"/>
          <p:cNvSpPr txBox="1"/>
          <p:nvPr>
            <p:ph idx="7" type="subTitle"/>
          </p:nvPr>
        </p:nvSpPr>
        <p:spPr>
          <a:xfrm>
            <a:off x="4784300" y="3739250"/>
            <a:ext cx="873600" cy="330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2pPr>
            <a:lvl3pPr lvl="2">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3pPr>
            <a:lvl4pPr lvl="3">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4pPr>
            <a:lvl5pPr lvl="4">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5pPr>
            <a:lvl6pPr lvl="5">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6pPr>
            <a:lvl7pPr lvl="6">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7pPr>
            <a:lvl8pPr lvl="7">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8pPr>
            <a:lvl9pPr lvl="8">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534" name="Shape 534"/>
        <p:cNvGrpSpPr/>
        <p:nvPr/>
      </p:nvGrpSpPr>
      <p:grpSpPr>
        <a:xfrm>
          <a:off x="0" y="0"/>
          <a:ext cx="0" cy="0"/>
          <a:chOff x="0" y="0"/>
          <a:chExt cx="0" cy="0"/>
        </a:xfrm>
      </p:grpSpPr>
      <p:sp>
        <p:nvSpPr>
          <p:cNvPr id="535" name="Google Shape;535;p37"/>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536" name="Shape 536"/>
        <p:cNvGrpSpPr/>
        <p:nvPr/>
      </p:nvGrpSpPr>
      <p:grpSpPr>
        <a:xfrm>
          <a:off x="0" y="0"/>
          <a:ext cx="0" cy="0"/>
          <a:chOff x="0" y="0"/>
          <a:chExt cx="0" cy="0"/>
        </a:xfrm>
      </p:grpSpPr>
      <p:sp>
        <p:nvSpPr>
          <p:cNvPr id="537" name="Google Shape;537;p3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538" name="Google Shape;538;p3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539" name="Shape 539"/>
        <p:cNvGrpSpPr/>
        <p:nvPr/>
      </p:nvGrpSpPr>
      <p:grpSpPr>
        <a:xfrm>
          <a:off x="0" y="0"/>
          <a:ext cx="0" cy="0"/>
          <a:chOff x="0" y="0"/>
          <a:chExt cx="0" cy="0"/>
        </a:xfrm>
      </p:grpSpPr>
      <p:sp>
        <p:nvSpPr>
          <p:cNvPr id="540" name="Google Shape;540;p3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541" name="Google Shape;541;p39"/>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42" name="Google Shape;542;p39"/>
          <p:cNvSpPr txBox="1"/>
          <p:nvPr>
            <p:ph idx="2" type="body"/>
          </p:nvPr>
        </p:nvSpPr>
        <p:spPr>
          <a:xfrm>
            <a:off x="4832400" y="1152475"/>
            <a:ext cx="3999900" cy="3416400"/>
          </a:xfrm>
          <a:prstGeom prst="rect">
            <a:avLst/>
          </a:prstGeom>
        </p:spPr>
        <p:txBody>
          <a:bodyPr anchorCtr="0" anchor="t" bIns="91425" lIns="0" spcFirstLastPara="1" rIns="91425" wrap="square" tIns="0">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sz="1200"/>
            </a:lvl2pPr>
            <a:lvl3pPr indent="-304800" lvl="2" marL="1371600">
              <a:spcBef>
                <a:spcPts val="800"/>
              </a:spcBef>
              <a:spcAft>
                <a:spcPts val="0"/>
              </a:spcAft>
              <a:buSzPts val="1200"/>
              <a:buChar char="■"/>
              <a:defRPr sz="1200"/>
            </a:lvl3pPr>
            <a:lvl4pPr indent="-304800" lvl="3" marL="1828800">
              <a:spcBef>
                <a:spcPts val="800"/>
              </a:spcBef>
              <a:spcAft>
                <a:spcPts val="0"/>
              </a:spcAft>
              <a:buSzPts val="1200"/>
              <a:buChar char="●"/>
              <a:defRPr sz="1200"/>
            </a:lvl4pPr>
            <a:lvl5pPr indent="-304800" lvl="4" marL="2286000">
              <a:spcBef>
                <a:spcPts val="800"/>
              </a:spcBef>
              <a:spcAft>
                <a:spcPts val="0"/>
              </a:spcAft>
              <a:buSzPts val="1200"/>
              <a:buChar char="○"/>
              <a:defRPr sz="1200"/>
            </a:lvl5pPr>
            <a:lvl6pPr indent="-304800" lvl="5" marL="2743200">
              <a:spcBef>
                <a:spcPts val="800"/>
              </a:spcBef>
              <a:spcAft>
                <a:spcPts val="0"/>
              </a:spcAft>
              <a:buSzPts val="1200"/>
              <a:buChar char="■"/>
              <a:defRPr sz="1200"/>
            </a:lvl6pPr>
            <a:lvl7pPr indent="-304800" lvl="6" marL="3200400">
              <a:spcBef>
                <a:spcPts val="800"/>
              </a:spcBef>
              <a:spcAft>
                <a:spcPts val="0"/>
              </a:spcAft>
              <a:buSzPts val="1200"/>
              <a:buChar char="●"/>
              <a:defRPr sz="1200"/>
            </a:lvl7pPr>
            <a:lvl8pPr indent="-304800" lvl="7" marL="3657600">
              <a:spcBef>
                <a:spcPts val="800"/>
              </a:spcBef>
              <a:spcAft>
                <a:spcPts val="0"/>
              </a:spcAft>
              <a:buSzPts val="1200"/>
              <a:buChar char="○"/>
              <a:defRPr sz="1200"/>
            </a:lvl8pPr>
            <a:lvl9pPr indent="-304800" lvl="8" marL="4114800">
              <a:spcBef>
                <a:spcPts val="800"/>
              </a:spcBef>
              <a:spcAft>
                <a:spcPts val="800"/>
              </a:spcAft>
              <a:buSzPts val="1200"/>
              <a:buChar char="■"/>
              <a:defRPr sz="1200"/>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543" name="Shape 543"/>
        <p:cNvGrpSpPr/>
        <p:nvPr/>
      </p:nvGrpSpPr>
      <p:grpSpPr>
        <a:xfrm>
          <a:off x="0" y="0"/>
          <a:ext cx="0" cy="0"/>
          <a:chOff x="0" y="0"/>
          <a:chExt cx="0" cy="0"/>
        </a:xfrm>
      </p:grpSpPr>
      <p:sp>
        <p:nvSpPr>
          <p:cNvPr id="544" name="Google Shape;544;p40"/>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545" name="Google Shape;545;p40"/>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546" name="Shape 546"/>
        <p:cNvGrpSpPr/>
        <p:nvPr/>
      </p:nvGrpSpPr>
      <p:grpSpPr>
        <a:xfrm>
          <a:off x="0" y="0"/>
          <a:ext cx="0" cy="0"/>
          <a:chOff x="0" y="0"/>
          <a:chExt cx="0" cy="0"/>
        </a:xfrm>
      </p:grpSpPr>
      <p:sp>
        <p:nvSpPr>
          <p:cNvPr id="547" name="Google Shape;547;p41"/>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548" name="Shape 548"/>
        <p:cNvGrpSpPr/>
        <p:nvPr/>
      </p:nvGrpSpPr>
      <p:grpSpPr>
        <a:xfrm>
          <a:off x="0" y="0"/>
          <a:ext cx="0" cy="0"/>
          <a:chOff x="0" y="0"/>
          <a:chExt cx="0" cy="0"/>
        </a:xfrm>
      </p:grpSpPr>
      <p:sp>
        <p:nvSpPr>
          <p:cNvPr id="549" name="Google Shape;549;p42"/>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50" name="Google Shape;550;p42"/>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551" name="Google Shape;551;p42"/>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552" name="Shape 552"/>
        <p:cNvGrpSpPr/>
        <p:nvPr/>
      </p:nvGrpSpPr>
      <p:grpSpPr>
        <a:xfrm>
          <a:off x="0" y="0"/>
          <a:ext cx="0" cy="0"/>
          <a:chOff x="0" y="0"/>
          <a:chExt cx="0" cy="0"/>
        </a:xfrm>
      </p:grpSpPr>
      <p:sp>
        <p:nvSpPr>
          <p:cNvPr id="553" name="Google Shape;553;p43"/>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900"/>
              <a:buNone/>
              <a:defRPr/>
            </a:lvl1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554" name="Shape 554"/>
        <p:cNvGrpSpPr/>
        <p:nvPr/>
      </p:nvGrpSpPr>
      <p:grpSpPr>
        <a:xfrm>
          <a:off x="0" y="0"/>
          <a:ext cx="0" cy="0"/>
          <a:chOff x="0" y="0"/>
          <a:chExt cx="0" cy="0"/>
        </a:xfrm>
      </p:grpSpPr>
      <p:sp>
        <p:nvSpPr>
          <p:cNvPr id="555" name="Google Shape;555;p44"/>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56" name="Google Shape;556;p44"/>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285750" lvl="0" marL="457200" algn="ctr">
              <a:spcBef>
                <a:spcPts val="0"/>
              </a:spcBef>
              <a:spcAft>
                <a:spcPts val="0"/>
              </a:spcAft>
              <a:buSzPts val="900"/>
              <a:buChar char="●"/>
              <a:defRPr/>
            </a:lvl1pPr>
            <a:lvl2pPr indent="-285750" lvl="1" marL="914400" algn="ctr">
              <a:spcBef>
                <a:spcPts val="0"/>
              </a:spcBef>
              <a:spcAft>
                <a:spcPts val="0"/>
              </a:spcAft>
              <a:buSzPts val="900"/>
              <a:buChar char="○"/>
              <a:defRPr/>
            </a:lvl2pPr>
            <a:lvl3pPr indent="-285750" lvl="2" marL="1371600" algn="ctr">
              <a:spcBef>
                <a:spcPts val="0"/>
              </a:spcBef>
              <a:spcAft>
                <a:spcPts val="0"/>
              </a:spcAft>
              <a:buSzPts val="900"/>
              <a:buChar char="■"/>
              <a:defRPr/>
            </a:lvl3pPr>
            <a:lvl4pPr indent="-285750" lvl="3" marL="1828800" algn="ctr">
              <a:spcBef>
                <a:spcPts val="0"/>
              </a:spcBef>
              <a:spcAft>
                <a:spcPts val="0"/>
              </a:spcAft>
              <a:buSzPts val="900"/>
              <a:buChar char="●"/>
              <a:defRPr/>
            </a:lvl4pPr>
            <a:lvl5pPr indent="-285750" lvl="4" marL="2286000" algn="ctr">
              <a:spcBef>
                <a:spcPts val="0"/>
              </a:spcBef>
              <a:spcAft>
                <a:spcPts val="0"/>
              </a:spcAft>
              <a:buSzPts val="900"/>
              <a:buChar char="○"/>
              <a:defRPr/>
            </a:lvl5pPr>
            <a:lvl6pPr indent="-285750" lvl="5" marL="2743200" algn="ctr">
              <a:spcBef>
                <a:spcPts val="0"/>
              </a:spcBef>
              <a:spcAft>
                <a:spcPts val="0"/>
              </a:spcAft>
              <a:buSzPts val="900"/>
              <a:buChar char="■"/>
              <a:defRPr/>
            </a:lvl6pPr>
            <a:lvl7pPr indent="-285750" lvl="6" marL="3200400" algn="ctr">
              <a:spcBef>
                <a:spcPts val="0"/>
              </a:spcBef>
              <a:spcAft>
                <a:spcPts val="0"/>
              </a:spcAft>
              <a:buSzPts val="900"/>
              <a:buChar char="●"/>
              <a:defRPr/>
            </a:lvl7pPr>
            <a:lvl8pPr indent="-285750" lvl="7" marL="3657600" algn="ctr">
              <a:spcBef>
                <a:spcPts val="0"/>
              </a:spcBef>
              <a:spcAft>
                <a:spcPts val="0"/>
              </a:spcAft>
              <a:buSzPts val="900"/>
              <a:buChar char="○"/>
              <a:defRPr/>
            </a:lvl8pPr>
            <a:lvl9pPr indent="-285750" lvl="8" marL="4114800" algn="ctr">
              <a:spcBef>
                <a:spcPts val="0"/>
              </a:spcBef>
              <a:spcAft>
                <a:spcPts val="0"/>
              </a:spcAft>
              <a:buSzPts val="900"/>
              <a:buChar char="■"/>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557" name="Shape 557"/>
        <p:cNvGrpSpPr/>
        <p:nvPr/>
      </p:nvGrpSpPr>
      <p:grpSpPr>
        <a:xfrm>
          <a:off x="0" y="0"/>
          <a:ext cx="0" cy="0"/>
          <a:chOff x="0" y="0"/>
          <a:chExt cx="0" cy="0"/>
        </a:xfrm>
      </p:grpSpPr>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558" name="Shape 558"/>
        <p:cNvGrpSpPr/>
        <p:nvPr/>
      </p:nvGrpSpPr>
      <p:grpSpPr>
        <a:xfrm>
          <a:off x="0" y="0"/>
          <a:ext cx="0" cy="0"/>
          <a:chOff x="0" y="0"/>
          <a:chExt cx="0" cy="0"/>
        </a:xfrm>
      </p:grpSpPr>
      <p:sp>
        <p:nvSpPr>
          <p:cNvPr id="559" name="Google Shape;559;p4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560" name="Google Shape;560;p46"/>
          <p:cNvSpPr txBox="1"/>
          <p:nvPr>
            <p:ph idx="1" type="body"/>
          </p:nvPr>
        </p:nvSpPr>
        <p:spPr>
          <a:xfrm>
            <a:off x="311700" y="1152475"/>
            <a:ext cx="4473900" cy="3416400"/>
          </a:xfrm>
          <a:prstGeom prst="rect">
            <a:avLst/>
          </a:prstGeom>
        </p:spPr>
        <p:txBody>
          <a:bodyPr anchorCtr="0" anchor="t" bIns="91425" lIns="0" spcFirstLastPara="1" rIns="91425" wrap="square" tIns="0">
            <a:spAutoFit/>
          </a:bodyPr>
          <a:lstStyle>
            <a:lvl1pPr indent="-292100" lvl="0" marL="457200">
              <a:spcBef>
                <a:spcPts val="0"/>
              </a:spcBef>
              <a:spcAft>
                <a:spcPts val="0"/>
              </a:spcAft>
              <a:buSzPts val="1000"/>
              <a:buChar char="●"/>
              <a:defRPr/>
            </a:lvl1pPr>
            <a:lvl2pPr indent="-292100" lvl="1" marL="914400">
              <a:spcBef>
                <a:spcPts val="800"/>
              </a:spcBef>
              <a:spcAft>
                <a:spcPts val="0"/>
              </a:spcAft>
              <a:buSzPts val="1000"/>
              <a:buChar char="○"/>
              <a:defRPr/>
            </a:lvl2pPr>
            <a:lvl3pPr indent="-292100" lvl="2" marL="1371600">
              <a:spcBef>
                <a:spcPts val="800"/>
              </a:spcBef>
              <a:spcAft>
                <a:spcPts val="0"/>
              </a:spcAft>
              <a:buSzPts val="1000"/>
              <a:buChar char="■"/>
              <a:defRPr/>
            </a:lvl3pPr>
            <a:lvl4pPr indent="-292100" lvl="3" marL="1828800">
              <a:spcBef>
                <a:spcPts val="800"/>
              </a:spcBef>
              <a:spcAft>
                <a:spcPts val="0"/>
              </a:spcAft>
              <a:buSzPts val="1000"/>
              <a:buChar char="●"/>
              <a:defRPr/>
            </a:lvl4pPr>
            <a:lvl5pPr indent="-292100" lvl="4" marL="2286000">
              <a:spcBef>
                <a:spcPts val="800"/>
              </a:spcBef>
              <a:spcAft>
                <a:spcPts val="0"/>
              </a:spcAft>
              <a:buSzPts val="1000"/>
              <a:buChar char="○"/>
              <a:defRPr/>
            </a:lvl5pPr>
            <a:lvl6pPr indent="-292100" lvl="5" marL="2743200">
              <a:spcBef>
                <a:spcPts val="800"/>
              </a:spcBef>
              <a:spcAft>
                <a:spcPts val="0"/>
              </a:spcAft>
              <a:buSzPts val="1000"/>
              <a:buChar char="■"/>
              <a:defRPr/>
            </a:lvl6pPr>
            <a:lvl7pPr indent="-292100" lvl="6" marL="3200400">
              <a:spcBef>
                <a:spcPts val="800"/>
              </a:spcBef>
              <a:spcAft>
                <a:spcPts val="0"/>
              </a:spcAft>
              <a:buSzPts val="1000"/>
              <a:buChar char="●"/>
              <a:defRPr/>
            </a:lvl7pPr>
            <a:lvl8pPr indent="-292100" lvl="7" marL="3657600">
              <a:spcBef>
                <a:spcPts val="800"/>
              </a:spcBef>
              <a:spcAft>
                <a:spcPts val="0"/>
              </a:spcAft>
              <a:buSzPts val="1000"/>
              <a:buChar char="○"/>
              <a:defRPr/>
            </a:lvl8pPr>
            <a:lvl9pPr indent="-292100" lvl="8" marL="4114800">
              <a:spcBef>
                <a:spcPts val="800"/>
              </a:spcBef>
              <a:spcAft>
                <a:spcPts val="800"/>
              </a:spcAft>
              <a:buSzPts val="1000"/>
              <a:buChar char="■"/>
              <a:defRPr/>
            </a:lvl9pPr>
          </a:lstStyle>
          <a:p/>
        </p:txBody>
      </p:sp>
      <p:sp>
        <p:nvSpPr>
          <p:cNvPr id="561" name="Google Shape;561;p46"/>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562" name="Shape 562"/>
        <p:cNvGrpSpPr/>
        <p:nvPr/>
      </p:nvGrpSpPr>
      <p:grpSpPr>
        <a:xfrm>
          <a:off x="0" y="0"/>
          <a:ext cx="0" cy="0"/>
          <a:chOff x="0" y="0"/>
          <a:chExt cx="0" cy="0"/>
        </a:xfrm>
      </p:grpSpPr>
      <p:sp>
        <p:nvSpPr>
          <p:cNvPr id="563" name="Google Shape;563;p47"/>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64" name="Google Shape;564;p47"/>
          <p:cNvSpPr txBox="1"/>
          <p:nvPr>
            <p:ph idx="1" type="body"/>
          </p:nvPr>
        </p:nvSpPr>
        <p:spPr>
          <a:xfrm>
            <a:off x="483150" y="2237788"/>
            <a:ext cx="3619800" cy="2373600"/>
          </a:xfrm>
          <a:prstGeom prst="rect">
            <a:avLst/>
          </a:prstGeom>
        </p:spPr>
        <p:txBody>
          <a:bodyPr anchorCtr="0" anchor="t" bIns="91425" lIns="0" spcFirstLastPara="1" rIns="91425" wrap="square" tIns="0">
            <a:spAutoFit/>
          </a:bodyPr>
          <a:lstStyle>
            <a:lvl1pPr indent="-292100" lvl="0" marL="457200">
              <a:spcBef>
                <a:spcPts val="0"/>
              </a:spcBef>
              <a:spcAft>
                <a:spcPts val="0"/>
              </a:spcAft>
              <a:buSzPts val="1000"/>
              <a:buChar char="●"/>
              <a:defRPr/>
            </a:lvl1pPr>
            <a:lvl2pPr indent="-292100" lvl="1" marL="914400">
              <a:spcBef>
                <a:spcPts val="800"/>
              </a:spcBef>
              <a:spcAft>
                <a:spcPts val="0"/>
              </a:spcAft>
              <a:buSzPts val="1000"/>
              <a:buChar char="○"/>
              <a:defRPr/>
            </a:lvl2pPr>
            <a:lvl3pPr indent="-292100" lvl="2" marL="1371600">
              <a:spcBef>
                <a:spcPts val="800"/>
              </a:spcBef>
              <a:spcAft>
                <a:spcPts val="0"/>
              </a:spcAft>
              <a:buSzPts val="1000"/>
              <a:buChar char="■"/>
              <a:defRPr/>
            </a:lvl3pPr>
            <a:lvl4pPr indent="-292100" lvl="3" marL="1828800">
              <a:spcBef>
                <a:spcPts val="800"/>
              </a:spcBef>
              <a:spcAft>
                <a:spcPts val="0"/>
              </a:spcAft>
              <a:buSzPts val="1000"/>
              <a:buChar char="●"/>
              <a:defRPr/>
            </a:lvl4pPr>
            <a:lvl5pPr indent="-292100" lvl="4" marL="2286000">
              <a:spcBef>
                <a:spcPts val="800"/>
              </a:spcBef>
              <a:spcAft>
                <a:spcPts val="0"/>
              </a:spcAft>
              <a:buSzPts val="1000"/>
              <a:buChar char="○"/>
              <a:defRPr/>
            </a:lvl5pPr>
            <a:lvl6pPr indent="-292100" lvl="5" marL="2743200">
              <a:spcBef>
                <a:spcPts val="800"/>
              </a:spcBef>
              <a:spcAft>
                <a:spcPts val="0"/>
              </a:spcAft>
              <a:buSzPts val="1000"/>
              <a:buChar char="■"/>
              <a:defRPr/>
            </a:lvl6pPr>
            <a:lvl7pPr indent="-292100" lvl="6" marL="3200400">
              <a:spcBef>
                <a:spcPts val="800"/>
              </a:spcBef>
              <a:spcAft>
                <a:spcPts val="0"/>
              </a:spcAft>
              <a:buSzPts val="1000"/>
              <a:buChar char="●"/>
              <a:defRPr/>
            </a:lvl7pPr>
            <a:lvl8pPr indent="-292100" lvl="7" marL="3657600">
              <a:spcBef>
                <a:spcPts val="800"/>
              </a:spcBef>
              <a:spcAft>
                <a:spcPts val="0"/>
              </a:spcAft>
              <a:buSzPts val="1000"/>
              <a:buChar char="○"/>
              <a:defRPr/>
            </a:lvl8pPr>
            <a:lvl9pPr indent="-292100" lvl="8" marL="4114800">
              <a:spcBef>
                <a:spcPts val="800"/>
              </a:spcBef>
              <a:spcAft>
                <a:spcPts val="800"/>
              </a:spcAft>
              <a:buSzPts val="1000"/>
              <a:buChar char="■"/>
              <a:defRPr/>
            </a:lvl9pPr>
          </a:lstStyle>
          <a:p/>
        </p:txBody>
      </p:sp>
      <p:sp>
        <p:nvSpPr>
          <p:cNvPr id="565" name="Google Shape;565;p47"/>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566" name="Google Shape;566;p47"/>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67" name="Google Shape;567;p47"/>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568" name="Shape 568"/>
        <p:cNvGrpSpPr/>
        <p:nvPr/>
      </p:nvGrpSpPr>
      <p:grpSpPr>
        <a:xfrm>
          <a:off x="0" y="0"/>
          <a:ext cx="0" cy="0"/>
          <a:chOff x="0" y="0"/>
          <a:chExt cx="0" cy="0"/>
        </a:xfrm>
      </p:grpSpPr>
      <p:sp>
        <p:nvSpPr>
          <p:cNvPr id="569" name="Google Shape;569;p48"/>
          <p:cNvSpPr txBox="1"/>
          <p:nvPr>
            <p:ph idx="1" type="body"/>
          </p:nvPr>
        </p:nvSpPr>
        <p:spPr>
          <a:xfrm>
            <a:off x="483175" y="2417500"/>
            <a:ext cx="2455500" cy="2373600"/>
          </a:xfrm>
          <a:prstGeom prst="rect">
            <a:avLst/>
          </a:prstGeom>
        </p:spPr>
        <p:txBody>
          <a:bodyPr anchorCtr="0" anchor="t" bIns="91425" lIns="0" spcFirstLastPara="1" rIns="91425" wrap="square" tIns="0">
            <a:spAutoFit/>
          </a:bodyPr>
          <a:lstStyle>
            <a:lvl1pPr indent="-292100" lvl="0" marL="457200">
              <a:spcBef>
                <a:spcPts val="0"/>
              </a:spcBef>
              <a:spcAft>
                <a:spcPts val="0"/>
              </a:spcAft>
              <a:buSzPts val="1000"/>
              <a:buChar char="●"/>
              <a:defRPr/>
            </a:lvl1pPr>
            <a:lvl2pPr indent="-292100" lvl="1" marL="914400">
              <a:spcBef>
                <a:spcPts val="800"/>
              </a:spcBef>
              <a:spcAft>
                <a:spcPts val="0"/>
              </a:spcAft>
              <a:buSzPts val="1000"/>
              <a:buChar char="○"/>
              <a:defRPr/>
            </a:lvl2pPr>
            <a:lvl3pPr indent="-292100" lvl="2" marL="1371600">
              <a:spcBef>
                <a:spcPts val="800"/>
              </a:spcBef>
              <a:spcAft>
                <a:spcPts val="0"/>
              </a:spcAft>
              <a:buSzPts val="1000"/>
              <a:buChar char="■"/>
              <a:defRPr/>
            </a:lvl3pPr>
            <a:lvl4pPr indent="-292100" lvl="3" marL="1828800">
              <a:spcBef>
                <a:spcPts val="800"/>
              </a:spcBef>
              <a:spcAft>
                <a:spcPts val="0"/>
              </a:spcAft>
              <a:buSzPts val="1000"/>
              <a:buChar char="●"/>
              <a:defRPr/>
            </a:lvl4pPr>
            <a:lvl5pPr indent="-292100" lvl="4" marL="2286000">
              <a:spcBef>
                <a:spcPts val="800"/>
              </a:spcBef>
              <a:spcAft>
                <a:spcPts val="0"/>
              </a:spcAft>
              <a:buSzPts val="1000"/>
              <a:buChar char="○"/>
              <a:defRPr/>
            </a:lvl5pPr>
            <a:lvl6pPr indent="-292100" lvl="5" marL="2743200">
              <a:spcBef>
                <a:spcPts val="800"/>
              </a:spcBef>
              <a:spcAft>
                <a:spcPts val="0"/>
              </a:spcAft>
              <a:buSzPts val="1000"/>
              <a:buChar char="■"/>
              <a:defRPr/>
            </a:lvl6pPr>
            <a:lvl7pPr indent="-292100" lvl="6" marL="3200400">
              <a:spcBef>
                <a:spcPts val="800"/>
              </a:spcBef>
              <a:spcAft>
                <a:spcPts val="0"/>
              </a:spcAft>
              <a:buSzPts val="1000"/>
              <a:buChar char="●"/>
              <a:defRPr/>
            </a:lvl7pPr>
            <a:lvl8pPr indent="-292100" lvl="7" marL="3657600">
              <a:spcBef>
                <a:spcPts val="800"/>
              </a:spcBef>
              <a:spcAft>
                <a:spcPts val="0"/>
              </a:spcAft>
              <a:buSzPts val="1000"/>
              <a:buChar char="○"/>
              <a:defRPr/>
            </a:lvl8pPr>
            <a:lvl9pPr indent="-292100" lvl="8" marL="4114800">
              <a:spcBef>
                <a:spcPts val="800"/>
              </a:spcBef>
              <a:spcAft>
                <a:spcPts val="800"/>
              </a:spcAft>
              <a:buSzPts val="1000"/>
              <a:buChar char="■"/>
              <a:defRPr/>
            </a:lvl9pPr>
          </a:lstStyle>
          <a:p/>
        </p:txBody>
      </p:sp>
      <p:sp>
        <p:nvSpPr>
          <p:cNvPr id="570" name="Google Shape;570;p48"/>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571" name="Google Shape;571;p48"/>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72" name="Google Shape;572;p48"/>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73" name="Google Shape;573;p48"/>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74" name="Google Shape;574;p48"/>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75" name="Google Shape;575;p48"/>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576" name="Shape 576"/>
        <p:cNvGrpSpPr/>
        <p:nvPr/>
      </p:nvGrpSpPr>
      <p:grpSpPr>
        <a:xfrm>
          <a:off x="0" y="0"/>
          <a:ext cx="0" cy="0"/>
          <a:chOff x="0" y="0"/>
          <a:chExt cx="0" cy="0"/>
        </a:xfrm>
      </p:grpSpPr>
      <p:sp>
        <p:nvSpPr>
          <p:cNvPr id="577" name="Google Shape;577;p49"/>
          <p:cNvSpPr txBox="1"/>
          <p:nvPr>
            <p:ph idx="1" type="body"/>
          </p:nvPr>
        </p:nvSpPr>
        <p:spPr>
          <a:xfrm>
            <a:off x="366725" y="1759093"/>
            <a:ext cx="3838500" cy="1138500"/>
          </a:xfrm>
          <a:prstGeom prst="rect">
            <a:avLst/>
          </a:prstGeom>
        </p:spPr>
        <p:txBody>
          <a:bodyPr anchorCtr="0" anchor="t" bIns="91425" lIns="0" spcFirstLastPara="1" rIns="91425" wrap="square" tIns="0">
            <a:spAutoFit/>
          </a:bodyPr>
          <a:lstStyle>
            <a:lvl1pPr indent="-317500" lvl="0" marL="457200">
              <a:spcBef>
                <a:spcPts val="0"/>
              </a:spcBef>
              <a:spcAft>
                <a:spcPts val="0"/>
              </a:spcAft>
              <a:buSzPts val="1400"/>
              <a:buChar char="●"/>
              <a:defRPr sz="1400"/>
            </a:lvl1pPr>
            <a:lvl2pPr indent="-292100" lvl="1" marL="914400">
              <a:spcBef>
                <a:spcPts val="800"/>
              </a:spcBef>
              <a:spcAft>
                <a:spcPts val="0"/>
              </a:spcAft>
              <a:buSzPts val="1000"/>
              <a:buChar char="○"/>
              <a:defRPr/>
            </a:lvl2pPr>
            <a:lvl3pPr indent="-292100" lvl="2" marL="1371600">
              <a:spcBef>
                <a:spcPts val="800"/>
              </a:spcBef>
              <a:spcAft>
                <a:spcPts val="0"/>
              </a:spcAft>
              <a:buSzPts val="1000"/>
              <a:buChar char="■"/>
              <a:defRPr/>
            </a:lvl3pPr>
            <a:lvl4pPr indent="-292100" lvl="3" marL="1828800">
              <a:spcBef>
                <a:spcPts val="800"/>
              </a:spcBef>
              <a:spcAft>
                <a:spcPts val="0"/>
              </a:spcAft>
              <a:buSzPts val="1000"/>
              <a:buChar char="●"/>
              <a:defRPr/>
            </a:lvl4pPr>
            <a:lvl5pPr indent="-292100" lvl="4" marL="2286000">
              <a:spcBef>
                <a:spcPts val="800"/>
              </a:spcBef>
              <a:spcAft>
                <a:spcPts val="0"/>
              </a:spcAft>
              <a:buSzPts val="1000"/>
              <a:buChar char="○"/>
              <a:defRPr/>
            </a:lvl5pPr>
            <a:lvl6pPr indent="-292100" lvl="5" marL="2743200">
              <a:spcBef>
                <a:spcPts val="800"/>
              </a:spcBef>
              <a:spcAft>
                <a:spcPts val="0"/>
              </a:spcAft>
              <a:buSzPts val="1000"/>
              <a:buChar char="■"/>
              <a:defRPr/>
            </a:lvl6pPr>
            <a:lvl7pPr indent="-292100" lvl="6" marL="3200400">
              <a:spcBef>
                <a:spcPts val="800"/>
              </a:spcBef>
              <a:spcAft>
                <a:spcPts val="0"/>
              </a:spcAft>
              <a:buSzPts val="1000"/>
              <a:buChar char="●"/>
              <a:defRPr/>
            </a:lvl7pPr>
            <a:lvl8pPr indent="-292100" lvl="7" marL="3657600">
              <a:spcBef>
                <a:spcPts val="800"/>
              </a:spcBef>
              <a:spcAft>
                <a:spcPts val="0"/>
              </a:spcAft>
              <a:buSzPts val="1000"/>
              <a:buChar char="○"/>
              <a:defRPr/>
            </a:lvl8pPr>
            <a:lvl9pPr indent="-292100" lvl="8" marL="4114800">
              <a:spcBef>
                <a:spcPts val="800"/>
              </a:spcBef>
              <a:spcAft>
                <a:spcPts val="800"/>
              </a:spcAft>
              <a:buSzPts val="1000"/>
              <a:buChar char="■"/>
              <a:defRPr/>
            </a:lvl9pPr>
          </a:lstStyle>
          <a:p/>
        </p:txBody>
      </p:sp>
      <p:sp>
        <p:nvSpPr>
          <p:cNvPr id="578" name="Google Shape;578;p49"/>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579" name="Google Shape;579;p49"/>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580" name="Google Shape;580;p49"/>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581" name="Google Shape;581;p49"/>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82" name="Google Shape;582;p49"/>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83" name="Google Shape;583;p49"/>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84" name="Google Shape;584;p49"/>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85" name="Google Shape;585;p49"/>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586" name="Shape 586"/>
        <p:cNvGrpSpPr/>
        <p:nvPr/>
      </p:nvGrpSpPr>
      <p:grpSpPr>
        <a:xfrm>
          <a:off x="0" y="0"/>
          <a:ext cx="0" cy="0"/>
          <a:chOff x="0" y="0"/>
          <a:chExt cx="0" cy="0"/>
        </a:xfrm>
      </p:grpSpPr>
      <p:sp>
        <p:nvSpPr>
          <p:cNvPr id="587" name="Google Shape;587;p5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588" name="Google Shape;588;p50"/>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589" name="Shape 589"/>
        <p:cNvGrpSpPr/>
        <p:nvPr/>
      </p:nvGrpSpPr>
      <p:grpSpPr>
        <a:xfrm>
          <a:off x="0" y="0"/>
          <a:ext cx="0" cy="0"/>
          <a:chOff x="0" y="0"/>
          <a:chExt cx="0" cy="0"/>
        </a:xfrm>
      </p:grpSpPr>
      <p:sp>
        <p:nvSpPr>
          <p:cNvPr id="590" name="Google Shape;590;p51"/>
          <p:cNvSpPr txBox="1"/>
          <p:nvPr>
            <p:ph idx="1" type="body"/>
          </p:nvPr>
        </p:nvSpPr>
        <p:spPr>
          <a:xfrm>
            <a:off x="311700" y="4080225"/>
            <a:ext cx="4027500" cy="926100"/>
          </a:xfrm>
          <a:prstGeom prst="rect">
            <a:avLst/>
          </a:prstGeom>
        </p:spPr>
        <p:txBody>
          <a:bodyPr anchorCtr="0" anchor="t" bIns="91425" lIns="0" spcFirstLastPara="1" rIns="91425" wrap="square" tIns="0">
            <a:spAutoFit/>
          </a:bodyPr>
          <a:lstStyle>
            <a:lvl1pPr indent="-304800" lvl="0" marL="457200">
              <a:spcBef>
                <a:spcPts val="0"/>
              </a:spcBef>
              <a:spcAft>
                <a:spcPts val="0"/>
              </a:spcAft>
              <a:buSzPts val="1200"/>
              <a:buChar char="●"/>
              <a:defRPr sz="1200"/>
            </a:lvl1pPr>
            <a:lvl2pPr indent="-304800" lvl="1" marL="914400">
              <a:spcBef>
                <a:spcPts val="800"/>
              </a:spcBef>
              <a:spcAft>
                <a:spcPts val="0"/>
              </a:spcAft>
              <a:buSzPts val="1200"/>
              <a:buChar char="○"/>
              <a:defRPr sz="1200"/>
            </a:lvl2pPr>
            <a:lvl3pPr indent="-304800" lvl="2" marL="1371600">
              <a:spcBef>
                <a:spcPts val="800"/>
              </a:spcBef>
              <a:spcAft>
                <a:spcPts val="0"/>
              </a:spcAft>
              <a:buSzPts val="1200"/>
              <a:buChar char="■"/>
              <a:defRPr sz="1200"/>
            </a:lvl3pPr>
            <a:lvl4pPr indent="-304800" lvl="3" marL="1828800">
              <a:spcBef>
                <a:spcPts val="800"/>
              </a:spcBef>
              <a:spcAft>
                <a:spcPts val="0"/>
              </a:spcAft>
              <a:buSzPts val="1200"/>
              <a:buChar char="●"/>
              <a:defRPr sz="1200"/>
            </a:lvl4pPr>
            <a:lvl5pPr indent="-304800" lvl="4" marL="2286000">
              <a:spcBef>
                <a:spcPts val="800"/>
              </a:spcBef>
              <a:spcAft>
                <a:spcPts val="0"/>
              </a:spcAft>
              <a:buSzPts val="1200"/>
              <a:buChar char="○"/>
              <a:defRPr sz="1200"/>
            </a:lvl5pPr>
            <a:lvl6pPr indent="-304800" lvl="5" marL="2743200">
              <a:spcBef>
                <a:spcPts val="800"/>
              </a:spcBef>
              <a:spcAft>
                <a:spcPts val="0"/>
              </a:spcAft>
              <a:buSzPts val="1200"/>
              <a:buChar char="■"/>
              <a:defRPr sz="1200"/>
            </a:lvl6pPr>
            <a:lvl7pPr indent="-304800" lvl="6" marL="3200400">
              <a:spcBef>
                <a:spcPts val="800"/>
              </a:spcBef>
              <a:spcAft>
                <a:spcPts val="0"/>
              </a:spcAft>
              <a:buSzPts val="1200"/>
              <a:buChar char="●"/>
              <a:defRPr sz="1200"/>
            </a:lvl7pPr>
            <a:lvl8pPr indent="-304800" lvl="7" marL="3657600">
              <a:spcBef>
                <a:spcPts val="800"/>
              </a:spcBef>
              <a:spcAft>
                <a:spcPts val="0"/>
              </a:spcAft>
              <a:buSzPts val="1200"/>
              <a:buChar char="○"/>
              <a:defRPr sz="1200"/>
            </a:lvl8pPr>
            <a:lvl9pPr indent="-304800" lvl="8" marL="4114800">
              <a:spcBef>
                <a:spcPts val="800"/>
              </a:spcBef>
              <a:spcAft>
                <a:spcPts val="800"/>
              </a:spcAft>
              <a:buSzPts val="1200"/>
              <a:buChar char="■"/>
              <a:defRPr sz="1200"/>
            </a:lvl9pPr>
          </a:lstStyle>
          <a:p/>
        </p:txBody>
      </p:sp>
      <p:sp>
        <p:nvSpPr>
          <p:cNvPr id="591" name="Google Shape;591;p51"/>
          <p:cNvSpPr/>
          <p:nvPr>
            <p:ph idx="2" type="pic"/>
          </p:nvPr>
        </p:nvSpPr>
        <p:spPr>
          <a:xfrm>
            <a:off x="4804825" y="1133300"/>
            <a:ext cx="4027500" cy="2392800"/>
          </a:xfrm>
          <a:prstGeom prst="rect">
            <a:avLst/>
          </a:prstGeom>
          <a:noFill/>
          <a:ln>
            <a:noFill/>
          </a:ln>
        </p:spPr>
      </p:sp>
      <p:sp>
        <p:nvSpPr>
          <p:cNvPr id="592" name="Google Shape;592;p51"/>
          <p:cNvSpPr/>
          <p:nvPr>
            <p:ph idx="3" type="pic"/>
          </p:nvPr>
        </p:nvSpPr>
        <p:spPr>
          <a:xfrm>
            <a:off x="311725" y="1133300"/>
            <a:ext cx="4027500" cy="2392800"/>
          </a:xfrm>
          <a:prstGeom prst="rect">
            <a:avLst/>
          </a:prstGeom>
          <a:noFill/>
          <a:ln>
            <a:noFill/>
          </a:ln>
        </p:spPr>
      </p:sp>
      <p:sp>
        <p:nvSpPr>
          <p:cNvPr id="593" name="Google Shape;593;p51"/>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94" name="Google Shape;594;p5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595" name="Google Shape;595;p51"/>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596" name="Google Shape;596;p51"/>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597" name="Shape 597"/>
        <p:cNvGrpSpPr/>
        <p:nvPr/>
      </p:nvGrpSpPr>
      <p:grpSpPr>
        <a:xfrm>
          <a:off x="0" y="0"/>
          <a:ext cx="0" cy="0"/>
          <a:chOff x="0" y="0"/>
          <a:chExt cx="0" cy="0"/>
        </a:xfrm>
      </p:grpSpPr>
      <p:sp>
        <p:nvSpPr>
          <p:cNvPr id="598" name="Google Shape;598;p52"/>
          <p:cNvSpPr txBox="1"/>
          <p:nvPr>
            <p:ph idx="1" type="body"/>
          </p:nvPr>
        </p:nvSpPr>
        <p:spPr>
          <a:xfrm>
            <a:off x="311700" y="3911700"/>
            <a:ext cx="2627100" cy="1018500"/>
          </a:xfrm>
          <a:prstGeom prst="rect">
            <a:avLst/>
          </a:prstGeom>
        </p:spPr>
        <p:txBody>
          <a:bodyPr anchorCtr="0" anchor="t" bIns="91425" lIns="0" spcFirstLastPara="1" rIns="91425" wrap="square" tIns="0">
            <a:spAutoFit/>
          </a:bodyPr>
          <a:lstStyle>
            <a:lvl1pPr indent="-304800" lvl="0" marL="457200">
              <a:spcBef>
                <a:spcPts val="0"/>
              </a:spcBef>
              <a:spcAft>
                <a:spcPts val="0"/>
              </a:spcAft>
              <a:buSzPts val="1200"/>
              <a:buChar char="●"/>
              <a:defRPr sz="1200"/>
            </a:lvl1pPr>
            <a:lvl2pPr indent="-304800" lvl="1" marL="914400">
              <a:spcBef>
                <a:spcPts val="800"/>
              </a:spcBef>
              <a:spcAft>
                <a:spcPts val="0"/>
              </a:spcAft>
              <a:buSzPts val="1200"/>
              <a:buChar char="○"/>
              <a:defRPr sz="1200"/>
            </a:lvl2pPr>
            <a:lvl3pPr indent="-304800" lvl="2" marL="1371600">
              <a:spcBef>
                <a:spcPts val="800"/>
              </a:spcBef>
              <a:spcAft>
                <a:spcPts val="0"/>
              </a:spcAft>
              <a:buSzPts val="1200"/>
              <a:buChar char="■"/>
              <a:defRPr sz="1200"/>
            </a:lvl3pPr>
            <a:lvl4pPr indent="-304800" lvl="3" marL="1828800">
              <a:spcBef>
                <a:spcPts val="800"/>
              </a:spcBef>
              <a:spcAft>
                <a:spcPts val="0"/>
              </a:spcAft>
              <a:buSzPts val="1200"/>
              <a:buChar char="●"/>
              <a:defRPr sz="1200"/>
            </a:lvl4pPr>
            <a:lvl5pPr indent="-304800" lvl="4" marL="2286000">
              <a:spcBef>
                <a:spcPts val="800"/>
              </a:spcBef>
              <a:spcAft>
                <a:spcPts val="0"/>
              </a:spcAft>
              <a:buSzPts val="1200"/>
              <a:buChar char="○"/>
              <a:defRPr sz="1200"/>
            </a:lvl5pPr>
            <a:lvl6pPr indent="-304800" lvl="5" marL="2743200">
              <a:spcBef>
                <a:spcPts val="800"/>
              </a:spcBef>
              <a:spcAft>
                <a:spcPts val="0"/>
              </a:spcAft>
              <a:buSzPts val="1200"/>
              <a:buChar char="■"/>
              <a:defRPr sz="1200"/>
            </a:lvl6pPr>
            <a:lvl7pPr indent="-304800" lvl="6" marL="3200400">
              <a:spcBef>
                <a:spcPts val="800"/>
              </a:spcBef>
              <a:spcAft>
                <a:spcPts val="0"/>
              </a:spcAft>
              <a:buSzPts val="1200"/>
              <a:buChar char="●"/>
              <a:defRPr sz="1200"/>
            </a:lvl7pPr>
            <a:lvl8pPr indent="-304800" lvl="7" marL="3657600">
              <a:spcBef>
                <a:spcPts val="800"/>
              </a:spcBef>
              <a:spcAft>
                <a:spcPts val="0"/>
              </a:spcAft>
              <a:buSzPts val="1200"/>
              <a:buChar char="○"/>
              <a:defRPr sz="1200"/>
            </a:lvl8pPr>
            <a:lvl9pPr indent="-304800" lvl="8" marL="4114800">
              <a:spcBef>
                <a:spcPts val="800"/>
              </a:spcBef>
              <a:spcAft>
                <a:spcPts val="800"/>
              </a:spcAft>
              <a:buSzPts val="1200"/>
              <a:buChar char="■"/>
              <a:defRPr sz="1200"/>
            </a:lvl9pPr>
          </a:lstStyle>
          <a:p/>
        </p:txBody>
      </p:sp>
      <p:sp>
        <p:nvSpPr>
          <p:cNvPr id="599" name="Google Shape;599;p52"/>
          <p:cNvSpPr/>
          <p:nvPr>
            <p:ph idx="2" type="pic"/>
          </p:nvPr>
        </p:nvSpPr>
        <p:spPr>
          <a:xfrm>
            <a:off x="6205225" y="1128325"/>
            <a:ext cx="2627100" cy="2273100"/>
          </a:xfrm>
          <a:prstGeom prst="rect">
            <a:avLst/>
          </a:prstGeom>
          <a:noFill/>
          <a:ln>
            <a:noFill/>
          </a:ln>
        </p:spPr>
      </p:sp>
      <p:sp>
        <p:nvSpPr>
          <p:cNvPr id="600" name="Google Shape;600;p52"/>
          <p:cNvSpPr/>
          <p:nvPr>
            <p:ph idx="3" type="pic"/>
          </p:nvPr>
        </p:nvSpPr>
        <p:spPr>
          <a:xfrm>
            <a:off x="311725" y="1128325"/>
            <a:ext cx="2627100" cy="2273100"/>
          </a:xfrm>
          <a:prstGeom prst="rect">
            <a:avLst/>
          </a:prstGeom>
          <a:noFill/>
          <a:ln>
            <a:noFill/>
          </a:ln>
        </p:spPr>
      </p:sp>
      <p:sp>
        <p:nvSpPr>
          <p:cNvPr id="601" name="Google Shape;601;p52"/>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02" name="Google Shape;602;p52"/>
          <p:cNvSpPr/>
          <p:nvPr>
            <p:ph idx="5" type="pic"/>
          </p:nvPr>
        </p:nvSpPr>
        <p:spPr>
          <a:xfrm>
            <a:off x="3255250" y="1128325"/>
            <a:ext cx="2627100" cy="2273100"/>
          </a:xfrm>
          <a:prstGeom prst="rect">
            <a:avLst/>
          </a:prstGeom>
          <a:noFill/>
          <a:ln>
            <a:noFill/>
          </a:ln>
        </p:spPr>
      </p:sp>
      <p:sp>
        <p:nvSpPr>
          <p:cNvPr id="603" name="Google Shape;603;p52"/>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04" name="Google Shape;604;p5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605" name="Google Shape;605;p52"/>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606" name="Google Shape;606;p52"/>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607" name="Google Shape;607;p52"/>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608" name="Shape 608"/>
        <p:cNvGrpSpPr/>
        <p:nvPr/>
      </p:nvGrpSpPr>
      <p:grpSpPr>
        <a:xfrm>
          <a:off x="0" y="0"/>
          <a:ext cx="0" cy="0"/>
          <a:chOff x="0" y="0"/>
          <a:chExt cx="0" cy="0"/>
        </a:xfrm>
      </p:grpSpPr>
      <p:sp>
        <p:nvSpPr>
          <p:cNvPr id="609" name="Google Shape;609;p53"/>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610" name="Shape 610"/>
        <p:cNvGrpSpPr/>
        <p:nvPr/>
      </p:nvGrpSpPr>
      <p:grpSpPr>
        <a:xfrm>
          <a:off x="0" y="0"/>
          <a:ext cx="0" cy="0"/>
          <a:chOff x="0" y="0"/>
          <a:chExt cx="0" cy="0"/>
        </a:xfrm>
      </p:grpSpPr>
      <p:sp>
        <p:nvSpPr>
          <p:cNvPr id="611" name="Google Shape;611;p54"/>
          <p:cNvSpPr/>
          <p:nvPr>
            <p:ph idx="2" type="pic"/>
          </p:nvPr>
        </p:nvSpPr>
        <p:spPr>
          <a:xfrm>
            <a:off x="3389600" y="118913"/>
            <a:ext cx="1643700" cy="1535100"/>
          </a:xfrm>
          <a:prstGeom prst="rect">
            <a:avLst/>
          </a:prstGeom>
          <a:noFill/>
          <a:ln>
            <a:noFill/>
          </a:ln>
        </p:spPr>
      </p:sp>
      <p:sp>
        <p:nvSpPr>
          <p:cNvPr id="612" name="Google Shape;612;p54"/>
          <p:cNvSpPr/>
          <p:nvPr>
            <p:ph idx="3" type="pic"/>
          </p:nvPr>
        </p:nvSpPr>
        <p:spPr>
          <a:xfrm>
            <a:off x="5195935" y="118913"/>
            <a:ext cx="1643700" cy="1535100"/>
          </a:xfrm>
          <a:prstGeom prst="rect">
            <a:avLst/>
          </a:prstGeom>
          <a:noFill/>
          <a:ln>
            <a:noFill/>
          </a:ln>
        </p:spPr>
      </p:sp>
      <p:sp>
        <p:nvSpPr>
          <p:cNvPr id="613" name="Google Shape;613;p54"/>
          <p:cNvSpPr/>
          <p:nvPr>
            <p:ph idx="4" type="pic"/>
          </p:nvPr>
        </p:nvSpPr>
        <p:spPr>
          <a:xfrm>
            <a:off x="7002270" y="118913"/>
            <a:ext cx="1643700" cy="1535100"/>
          </a:xfrm>
          <a:prstGeom prst="rect">
            <a:avLst/>
          </a:prstGeom>
          <a:noFill/>
          <a:ln>
            <a:noFill/>
          </a:ln>
        </p:spPr>
      </p:sp>
      <p:sp>
        <p:nvSpPr>
          <p:cNvPr id="614" name="Google Shape;614;p54"/>
          <p:cNvSpPr/>
          <p:nvPr>
            <p:ph idx="5" type="pic"/>
          </p:nvPr>
        </p:nvSpPr>
        <p:spPr>
          <a:xfrm>
            <a:off x="3389588" y="1804212"/>
            <a:ext cx="1643700" cy="1535100"/>
          </a:xfrm>
          <a:prstGeom prst="rect">
            <a:avLst/>
          </a:prstGeom>
          <a:noFill/>
          <a:ln>
            <a:noFill/>
          </a:ln>
        </p:spPr>
      </p:sp>
      <p:sp>
        <p:nvSpPr>
          <p:cNvPr id="615" name="Google Shape;615;p54"/>
          <p:cNvSpPr/>
          <p:nvPr>
            <p:ph idx="6" type="pic"/>
          </p:nvPr>
        </p:nvSpPr>
        <p:spPr>
          <a:xfrm>
            <a:off x="5195922" y="1804212"/>
            <a:ext cx="1643700" cy="1535100"/>
          </a:xfrm>
          <a:prstGeom prst="rect">
            <a:avLst/>
          </a:prstGeom>
          <a:noFill/>
          <a:ln>
            <a:noFill/>
          </a:ln>
        </p:spPr>
      </p:sp>
      <p:sp>
        <p:nvSpPr>
          <p:cNvPr id="616" name="Google Shape;616;p54"/>
          <p:cNvSpPr/>
          <p:nvPr>
            <p:ph idx="7" type="pic"/>
          </p:nvPr>
        </p:nvSpPr>
        <p:spPr>
          <a:xfrm>
            <a:off x="7002257" y="1804212"/>
            <a:ext cx="1643700" cy="1535100"/>
          </a:xfrm>
          <a:prstGeom prst="rect">
            <a:avLst/>
          </a:prstGeom>
          <a:noFill/>
          <a:ln>
            <a:noFill/>
          </a:ln>
        </p:spPr>
      </p:sp>
      <p:sp>
        <p:nvSpPr>
          <p:cNvPr id="617" name="Google Shape;617;p54"/>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618" name="Google Shape;618;p54"/>
          <p:cNvSpPr/>
          <p:nvPr>
            <p:ph idx="8" type="pic"/>
          </p:nvPr>
        </p:nvSpPr>
        <p:spPr>
          <a:xfrm>
            <a:off x="3389588" y="3489487"/>
            <a:ext cx="1643700" cy="1535100"/>
          </a:xfrm>
          <a:prstGeom prst="rect">
            <a:avLst/>
          </a:prstGeom>
          <a:noFill/>
          <a:ln>
            <a:noFill/>
          </a:ln>
        </p:spPr>
      </p:sp>
      <p:sp>
        <p:nvSpPr>
          <p:cNvPr id="619" name="Google Shape;619;p54"/>
          <p:cNvSpPr/>
          <p:nvPr>
            <p:ph idx="9" type="pic"/>
          </p:nvPr>
        </p:nvSpPr>
        <p:spPr>
          <a:xfrm>
            <a:off x="5195922" y="3489487"/>
            <a:ext cx="1643700" cy="1535100"/>
          </a:xfrm>
          <a:prstGeom prst="rect">
            <a:avLst/>
          </a:prstGeom>
          <a:noFill/>
          <a:ln>
            <a:noFill/>
          </a:ln>
        </p:spPr>
      </p:sp>
      <p:sp>
        <p:nvSpPr>
          <p:cNvPr id="620" name="Google Shape;620;p54"/>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20" Type="http://schemas.openxmlformats.org/officeDocument/2006/relationships/slideLayout" Target="../slideLayouts/slideLayout31.xml"/><Relationship Id="rId42" Type="http://schemas.openxmlformats.org/officeDocument/2006/relationships/theme" Target="../theme/theme2.xml"/><Relationship Id="rId41" Type="http://schemas.openxmlformats.org/officeDocument/2006/relationships/slideLayout" Target="../slideLayouts/slideLayout52.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35" Type="http://schemas.openxmlformats.org/officeDocument/2006/relationships/slideLayout" Target="../slideLayouts/slideLayout46.xml"/><Relationship Id="rId12" Type="http://schemas.openxmlformats.org/officeDocument/2006/relationships/slideLayout" Target="../slideLayouts/slideLayout23.xml"/><Relationship Id="rId34" Type="http://schemas.openxmlformats.org/officeDocument/2006/relationships/slideLayout" Target="../slideLayouts/slideLayout45.xml"/><Relationship Id="rId15" Type="http://schemas.openxmlformats.org/officeDocument/2006/relationships/slideLayout" Target="../slideLayouts/slideLayout26.xml"/><Relationship Id="rId37" Type="http://schemas.openxmlformats.org/officeDocument/2006/relationships/slideLayout" Target="../slideLayouts/slideLayout48.xml"/><Relationship Id="rId14" Type="http://schemas.openxmlformats.org/officeDocument/2006/relationships/slideLayout" Target="../slideLayouts/slideLayout25.xml"/><Relationship Id="rId36" Type="http://schemas.openxmlformats.org/officeDocument/2006/relationships/slideLayout" Target="../slideLayouts/slideLayout47.xml"/><Relationship Id="rId17" Type="http://schemas.openxmlformats.org/officeDocument/2006/relationships/slideLayout" Target="../slideLayouts/slideLayout28.xml"/><Relationship Id="rId39" Type="http://schemas.openxmlformats.org/officeDocument/2006/relationships/slideLayout" Target="../slideLayouts/slideLayout50.xml"/><Relationship Id="rId16" Type="http://schemas.openxmlformats.org/officeDocument/2006/relationships/slideLayout" Target="../slideLayouts/slideLayout27.xml"/><Relationship Id="rId38" Type="http://schemas.openxmlformats.org/officeDocument/2006/relationships/slideLayout" Target="../slideLayouts/slideLayout49.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82" name="Shape 82"/>
        <p:cNvGrpSpPr/>
        <p:nvPr/>
      </p:nvGrpSpPr>
      <p:grpSpPr>
        <a:xfrm>
          <a:off x="0" y="0"/>
          <a:ext cx="0" cy="0"/>
          <a:chOff x="0" y="0"/>
          <a:chExt cx="0" cy="0"/>
        </a:xfrm>
      </p:grpSpPr>
      <p:sp>
        <p:nvSpPr>
          <p:cNvPr id="83" name="Google Shape;83;p13"/>
          <p:cNvSpPr txBox="1"/>
          <p:nvPr>
            <p:ph idx="1" type="body"/>
          </p:nvPr>
        </p:nvSpPr>
        <p:spPr>
          <a:xfrm>
            <a:off x="228600" y="1895400"/>
            <a:ext cx="5760600" cy="3016800"/>
          </a:xfrm>
          <a:prstGeom prst="rect">
            <a:avLst/>
          </a:prstGeom>
          <a:noFill/>
          <a:ln>
            <a:noFill/>
          </a:ln>
        </p:spPr>
        <p:txBody>
          <a:bodyPr anchorCtr="0" anchor="t" bIns="91425" lIns="0" spcFirstLastPara="1" rIns="91425" wrap="square" tIns="0">
            <a:spAutoFit/>
          </a:bodyPr>
          <a:lstStyle>
            <a:lvl1pPr indent="-292100" lvl="0" marL="457200">
              <a:lnSpc>
                <a:spcPct val="115000"/>
              </a:lnSpc>
              <a:spcBef>
                <a:spcPts val="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1pPr>
            <a:lvl2pPr indent="-292100" lvl="1" marL="914400">
              <a:lnSpc>
                <a:spcPct val="115000"/>
              </a:lnSpc>
              <a:spcBef>
                <a:spcPts val="80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2pPr>
            <a:lvl3pPr indent="-292100" lvl="2" marL="1371600">
              <a:lnSpc>
                <a:spcPct val="115000"/>
              </a:lnSpc>
              <a:spcBef>
                <a:spcPts val="80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3pPr>
            <a:lvl4pPr indent="-292100" lvl="3" marL="1828800">
              <a:lnSpc>
                <a:spcPct val="115000"/>
              </a:lnSpc>
              <a:spcBef>
                <a:spcPts val="80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4pPr>
            <a:lvl5pPr indent="-292100" lvl="4" marL="2286000">
              <a:lnSpc>
                <a:spcPct val="115000"/>
              </a:lnSpc>
              <a:spcBef>
                <a:spcPts val="80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5pPr>
            <a:lvl6pPr indent="-292100" lvl="5" marL="2743200">
              <a:lnSpc>
                <a:spcPct val="115000"/>
              </a:lnSpc>
              <a:spcBef>
                <a:spcPts val="80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6pPr>
            <a:lvl7pPr indent="-292100" lvl="6" marL="3200400">
              <a:lnSpc>
                <a:spcPct val="115000"/>
              </a:lnSpc>
              <a:spcBef>
                <a:spcPts val="80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7pPr>
            <a:lvl8pPr indent="-292100" lvl="7" marL="3657600">
              <a:lnSpc>
                <a:spcPct val="115000"/>
              </a:lnSpc>
              <a:spcBef>
                <a:spcPts val="80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8pPr>
            <a:lvl9pPr indent="-292100" lvl="8" marL="4114800">
              <a:lnSpc>
                <a:spcPct val="115000"/>
              </a:lnSpc>
              <a:spcBef>
                <a:spcPts val="800"/>
              </a:spcBef>
              <a:spcAft>
                <a:spcPts val="80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9pPr>
          </a:lstStyle>
          <a:p/>
        </p:txBody>
      </p:sp>
      <p:sp>
        <p:nvSpPr>
          <p:cNvPr id="84" name="Google Shape;84;p13"/>
          <p:cNvSpPr txBox="1"/>
          <p:nvPr>
            <p:ph type="title"/>
          </p:nvPr>
        </p:nvSpPr>
        <p:spPr>
          <a:xfrm>
            <a:off x="188850" y="312400"/>
            <a:ext cx="4469700" cy="4494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1pPr>
            <a:lvl2pPr lvl="1">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2pPr>
            <a:lvl3pPr lvl="2">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3pPr>
            <a:lvl4pPr lvl="3">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4pPr>
            <a:lvl5pPr lvl="4">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5pPr>
            <a:lvl6pPr lvl="5">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6pPr>
            <a:lvl7pPr lvl="6">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7pPr>
            <a:lvl8pPr lvl="7">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8pPr>
            <a:lvl9pPr lvl="8">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9pPr>
          </a:lstStyle>
          <a:p/>
        </p:txBody>
      </p:sp>
      <p:sp>
        <p:nvSpPr>
          <p:cNvPr id="85" name="Google Shape;85;p13"/>
          <p:cNvSpPr txBox="1"/>
          <p:nvPr>
            <p:ph idx="2" type="body"/>
          </p:nvPr>
        </p:nvSpPr>
        <p:spPr>
          <a:xfrm>
            <a:off x="4523800" y="1983025"/>
            <a:ext cx="4043400" cy="2478900"/>
          </a:xfrm>
          <a:prstGeom prst="rect">
            <a:avLst/>
          </a:prstGeom>
          <a:noFill/>
          <a:ln>
            <a:noFill/>
          </a:ln>
        </p:spPr>
        <p:txBody>
          <a:bodyPr anchorCtr="0" anchor="t" bIns="91425" lIns="91425" spcFirstLastPara="1" rIns="91425" wrap="square" tIns="91425">
            <a:noAutofit/>
          </a:bodyPr>
          <a:lstStyle>
            <a:lvl1pPr indent="-285750" lvl="0" marL="4572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1pPr>
            <a:lvl2pPr indent="-285750" lvl="1" marL="9144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2pPr>
            <a:lvl3pPr indent="-285750" lvl="2" marL="13716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3pPr>
            <a:lvl4pPr indent="-285750" lvl="3" marL="18288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4pPr>
            <a:lvl5pPr indent="-285750" lvl="4" marL="22860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5pPr>
            <a:lvl6pPr indent="-285750" lvl="5" marL="27432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6pPr>
            <a:lvl7pPr indent="-285750" lvl="6" marL="32004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7pPr>
            <a:lvl8pPr indent="-285750" lvl="7" marL="36576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8pPr>
            <a:lvl9pPr indent="-285750" lvl="8" marL="41148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26">
          <p15:clr>
            <a:srgbClr val="E46962"/>
          </p15:clr>
        </p15:guide>
        <p15:guide id="10" pos="4285">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p55"/>
          <p:cNvSpPr txBox="1"/>
          <p:nvPr>
            <p:ph type="title"/>
          </p:nvPr>
        </p:nvSpPr>
        <p:spPr>
          <a:xfrm>
            <a:off x="259050" y="2207719"/>
            <a:ext cx="5760900" cy="20508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Bender</a:t>
            </a:r>
            <a:r>
              <a:rPr lang="en"/>
              <a:t> </a:t>
            </a:r>
            <a:r>
              <a:rPr lang="en">
                <a:solidFill>
                  <a:schemeClr val="dk2"/>
                </a:solidFill>
              </a:rPr>
              <a:t>Trust</a:t>
            </a:r>
            <a:endParaRPr>
              <a:solidFill>
                <a:schemeClr val="dk2"/>
              </a:solidFill>
            </a:endParaRPr>
          </a:p>
        </p:txBody>
      </p:sp>
      <p:sp>
        <p:nvSpPr>
          <p:cNvPr id="626" name="Google Shape;626;p55"/>
          <p:cNvSpPr txBox="1"/>
          <p:nvPr/>
        </p:nvSpPr>
        <p:spPr>
          <a:xfrm>
            <a:off x="7128612" y="4793629"/>
            <a:ext cx="1730700" cy="175800"/>
          </a:xfrm>
          <a:prstGeom prst="rect">
            <a:avLst/>
          </a:prstGeom>
          <a:noFill/>
          <a:ln>
            <a:noFill/>
          </a:ln>
        </p:spPr>
        <p:txBody>
          <a:bodyPr anchorCtr="0" anchor="ctr" bIns="0" lIns="0" spcFirstLastPara="1" rIns="0" wrap="square" tIns="0">
            <a:noAutofit/>
          </a:bodyPr>
          <a:lstStyle/>
          <a:p>
            <a:pPr indent="0" lvl="0" marL="0" rtl="0" algn="r">
              <a:lnSpc>
                <a:spcPct val="90000"/>
              </a:lnSpc>
              <a:spcBef>
                <a:spcPts val="0"/>
              </a:spcBef>
              <a:spcAft>
                <a:spcPts val="0"/>
              </a:spcAft>
              <a:buNone/>
            </a:pPr>
            <a:r>
              <a:rPr lang="en" sz="800">
                <a:solidFill>
                  <a:schemeClr val="lt2"/>
                </a:solidFill>
                <a:latin typeface="Red Hat Display"/>
                <a:ea typeface="Red Hat Display"/>
                <a:cs typeface="Red Hat Display"/>
                <a:sym typeface="Red Hat Display"/>
              </a:rPr>
              <a:t>11/2025</a:t>
            </a:r>
            <a:endParaRPr sz="800">
              <a:solidFill>
                <a:schemeClr val="lt2"/>
              </a:solidFill>
              <a:latin typeface="Red Hat Display"/>
              <a:ea typeface="Red Hat Display"/>
              <a:cs typeface="Red Hat Display"/>
              <a:sym typeface="Red Hat Display"/>
            </a:endParaRPr>
          </a:p>
        </p:txBody>
      </p:sp>
      <p:sp>
        <p:nvSpPr>
          <p:cNvPr id="627" name="Google Shape;627;p55"/>
          <p:cNvSpPr txBox="1"/>
          <p:nvPr/>
        </p:nvSpPr>
        <p:spPr>
          <a:xfrm>
            <a:off x="228600" y="4203854"/>
            <a:ext cx="2996100" cy="765600"/>
          </a:xfrm>
          <a:prstGeom prst="rect">
            <a:avLst/>
          </a:prstGeom>
          <a:noFill/>
          <a:ln>
            <a:noFill/>
          </a:ln>
        </p:spPr>
        <p:txBody>
          <a:bodyPr anchorCtr="0" anchor="ctr" bIns="0" lIns="0" spcFirstLastPara="1" rIns="91425" wrap="square" tIns="0">
            <a:noAutofit/>
          </a:bodyPr>
          <a:lstStyle/>
          <a:p>
            <a:pPr indent="0" lvl="0" marL="0" rtl="0" algn="l">
              <a:lnSpc>
                <a:spcPct val="90000"/>
              </a:lnSpc>
              <a:spcBef>
                <a:spcPts val="0"/>
              </a:spcBef>
              <a:spcAft>
                <a:spcPts val="0"/>
              </a:spcAft>
              <a:buNone/>
            </a:pPr>
            <a:r>
              <a:rPr lang="en">
                <a:solidFill>
                  <a:schemeClr val="lt2"/>
                </a:solidFill>
                <a:latin typeface="Red Hat Display"/>
                <a:ea typeface="Red Hat Display"/>
                <a:cs typeface="Red Hat Display"/>
                <a:sym typeface="Red Hat Display"/>
              </a:rPr>
              <a:t>Analysts: Vineet  Varghese, Ryan Tourtello, Michael Schelhorn, Julian Zane, Bogdan Bozhkov</a:t>
            </a:r>
            <a:endParaRPr>
              <a:solidFill>
                <a:schemeClr val="lt2"/>
              </a:solidFill>
              <a:latin typeface="Red Hat Display"/>
              <a:ea typeface="Red Hat Display"/>
              <a:cs typeface="Red Hat Display"/>
              <a:sym typeface="Red Hat Display"/>
            </a:endParaRPr>
          </a:p>
        </p:txBody>
      </p:sp>
      <p:pic>
        <p:nvPicPr>
          <p:cNvPr id="628" name="Google Shape;628;p55"/>
          <p:cNvPicPr preferRelativeResize="0"/>
          <p:nvPr/>
        </p:nvPicPr>
        <p:blipFill>
          <a:blip r:embed="rId3">
            <a:alphaModFix/>
          </a:blip>
          <a:stretch>
            <a:fillRect/>
          </a:stretch>
        </p:blipFill>
        <p:spPr>
          <a:xfrm>
            <a:off x="166275" y="2135525"/>
            <a:ext cx="4514850" cy="10096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56"/>
          <p:cNvSpPr txBox="1"/>
          <p:nvPr>
            <p:ph type="title"/>
          </p:nvPr>
        </p:nvSpPr>
        <p:spPr>
          <a:xfrm>
            <a:off x="3108900" y="364106"/>
            <a:ext cx="5760900" cy="5877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Company Overview</a:t>
            </a:r>
            <a:endParaRPr/>
          </a:p>
        </p:txBody>
      </p:sp>
      <p:sp>
        <p:nvSpPr>
          <p:cNvPr id="634" name="Google Shape;634;p56"/>
          <p:cNvSpPr txBox="1"/>
          <p:nvPr>
            <p:ph idx="1" type="subTitle"/>
          </p:nvPr>
        </p:nvSpPr>
        <p:spPr>
          <a:xfrm>
            <a:off x="2848900" y="1180350"/>
            <a:ext cx="5760900" cy="302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t>Aptiv PLC (APTV) is a global auto-tech supplier focused on making cars safer, greener, and more connected. </a:t>
            </a:r>
            <a:endParaRPr sz="1200"/>
          </a:p>
          <a:p>
            <a:pPr indent="0" lvl="0" marL="0" rtl="0" algn="l">
              <a:spcBef>
                <a:spcPts val="0"/>
              </a:spcBef>
              <a:spcAft>
                <a:spcPts val="0"/>
              </a:spcAft>
              <a:buNone/>
            </a:pPr>
            <a:r>
              <a:rPr lang="en" sz="1200"/>
              <a:t>The company is a spin off of Delphi Automotive, which used to be part of general motors.</a:t>
            </a:r>
            <a:endParaRPr sz="1200"/>
          </a:p>
          <a:p>
            <a:pPr indent="0" lvl="0" marL="0" rtl="0" algn="l">
              <a:spcBef>
                <a:spcPts val="0"/>
              </a:spcBef>
              <a:spcAft>
                <a:spcPts val="0"/>
              </a:spcAft>
              <a:buNone/>
            </a:pPr>
            <a:r>
              <a:rPr lang="en" sz="1200"/>
              <a:t> Aptiv builds the “nervous system and brain”, including:</a:t>
            </a:r>
            <a:endParaRPr sz="1200"/>
          </a:p>
          <a:p>
            <a:pPr indent="-304800" lvl="0" marL="457200" rtl="0" algn="l">
              <a:spcBef>
                <a:spcPts val="0"/>
              </a:spcBef>
              <a:spcAft>
                <a:spcPts val="0"/>
              </a:spcAft>
              <a:buSzPts val="1200"/>
              <a:buChar char="-"/>
            </a:pPr>
            <a:r>
              <a:rPr lang="en" sz="1200"/>
              <a:t>Wiring</a:t>
            </a:r>
            <a:endParaRPr sz="1200"/>
          </a:p>
          <a:p>
            <a:pPr indent="-304800" lvl="0" marL="457200" rtl="0" algn="l">
              <a:spcBef>
                <a:spcPts val="0"/>
              </a:spcBef>
              <a:spcAft>
                <a:spcPts val="0"/>
              </a:spcAft>
              <a:buSzPts val="1200"/>
              <a:buChar char="-"/>
            </a:pPr>
            <a:r>
              <a:rPr lang="en" sz="1200"/>
              <a:t>Data Sensors</a:t>
            </a:r>
            <a:endParaRPr sz="1200"/>
          </a:p>
          <a:p>
            <a:pPr indent="-304800" lvl="0" marL="457200" rtl="0" algn="l">
              <a:spcBef>
                <a:spcPts val="0"/>
              </a:spcBef>
              <a:spcAft>
                <a:spcPts val="0"/>
              </a:spcAft>
              <a:buSzPts val="1200"/>
              <a:buChar char="-"/>
            </a:pPr>
            <a:r>
              <a:rPr lang="en" sz="1200"/>
              <a:t>Computers</a:t>
            </a:r>
            <a:endParaRPr sz="1200"/>
          </a:p>
          <a:p>
            <a:pPr indent="-304800" lvl="0" marL="457200" rtl="0" algn="l">
              <a:spcBef>
                <a:spcPts val="0"/>
              </a:spcBef>
              <a:spcAft>
                <a:spcPts val="0"/>
              </a:spcAft>
              <a:buSzPts val="1200"/>
              <a:buChar char="-"/>
            </a:pPr>
            <a:r>
              <a:rPr lang="en" sz="1200"/>
              <a:t>Driver Assistance Software </a:t>
            </a:r>
            <a:endParaRPr sz="1200"/>
          </a:p>
          <a:p>
            <a:pPr indent="-304800" lvl="0" marL="457200" rtl="0" algn="l">
              <a:spcBef>
                <a:spcPts val="0"/>
              </a:spcBef>
              <a:spcAft>
                <a:spcPts val="0"/>
              </a:spcAft>
              <a:buSzPts val="1200"/>
              <a:buChar char="-"/>
            </a:pPr>
            <a:r>
              <a:rPr lang="en" sz="1200"/>
              <a:t>Vehicle</a:t>
            </a:r>
            <a:r>
              <a:rPr lang="en" sz="1200"/>
              <a:t> Updates + </a:t>
            </a:r>
            <a:r>
              <a:rPr lang="en" sz="1200"/>
              <a:t>Connectivity</a:t>
            </a:r>
            <a:r>
              <a:rPr lang="en" sz="1200"/>
              <a:t> </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 sz="1200"/>
              <a:t>They operate across North America, Europe and Asia with a highly diversified customer base, selling to virtually every major automaker worldwide.</a:t>
            </a:r>
            <a:endParaRPr sz="1200"/>
          </a:p>
          <a:p>
            <a:pPr indent="0" lvl="0" marL="0" rtl="0" algn="l">
              <a:spcBef>
                <a:spcPts val="0"/>
              </a:spcBef>
              <a:spcAft>
                <a:spcPts val="0"/>
              </a:spcAft>
              <a:buNone/>
            </a:pPr>
            <a:r>
              <a:rPr lang="en" sz="1200"/>
              <a:t>Aptiv organizes its systems into three parts: </a:t>
            </a:r>
            <a:endParaRPr sz="1200"/>
          </a:p>
          <a:p>
            <a:pPr indent="-304800" lvl="0" marL="457200" rtl="0" algn="l">
              <a:spcBef>
                <a:spcPts val="0"/>
              </a:spcBef>
              <a:spcAft>
                <a:spcPts val="0"/>
              </a:spcAft>
              <a:buSzPts val="1200"/>
              <a:buChar char="-"/>
            </a:pPr>
            <a:r>
              <a:rPr lang="en" sz="1200"/>
              <a:t>Electrical Distribution Systems (EDS): The wiring and electrical pathways of a car.</a:t>
            </a:r>
            <a:endParaRPr sz="1200"/>
          </a:p>
          <a:p>
            <a:pPr indent="-304800" lvl="0" marL="457200" rtl="0" algn="l">
              <a:spcBef>
                <a:spcPts val="0"/>
              </a:spcBef>
              <a:spcAft>
                <a:spcPts val="0"/>
              </a:spcAft>
              <a:buSzPts val="1200"/>
              <a:buChar char="-"/>
            </a:pPr>
            <a:r>
              <a:rPr lang="en" sz="1200"/>
              <a:t>Engineered Components Group (ECG): The connector systems and “plug and play” building blocks.</a:t>
            </a:r>
            <a:endParaRPr sz="1200"/>
          </a:p>
          <a:p>
            <a:pPr indent="-304800" lvl="0" marL="457200" rtl="0" algn="l">
              <a:spcBef>
                <a:spcPts val="0"/>
              </a:spcBef>
              <a:spcAft>
                <a:spcPts val="0"/>
              </a:spcAft>
              <a:buSzPts val="1200"/>
              <a:buChar char="-"/>
            </a:pPr>
            <a:r>
              <a:rPr lang="en" sz="1200"/>
              <a:t>Advanced Safety &amp; User Experience (AS&amp;UX): Sensing, commuting, and software. </a:t>
            </a:r>
            <a:endParaRPr sz="1200"/>
          </a:p>
          <a:p>
            <a:pPr indent="0" lvl="0" marL="0" rtl="0" algn="l">
              <a:spcBef>
                <a:spcPts val="0"/>
              </a:spcBef>
              <a:spcAft>
                <a:spcPts val="0"/>
              </a:spcAft>
              <a:buNone/>
            </a:pPr>
            <a:r>
              <a:t/>
            </a:r>
            <a:endParaRPr sz="11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Google Shape;639;p57"/>
          <p:cNvSpPr txBox="1"/>
          <p:nvPr>
            <p:ph type="title"/>
          </p:nvPr>
        </p:nvSpPr>
        <p:spPr>
          <a:xfrm>
            <a:off x="3108900" y="270306"/>
            <a:ext cx="5760900" cy="5877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Industry Analysis</a:t>
            </a:r>
            <a:endParaRPr/>
          </a:p>
        </p:txBody>
      </p:sp>
      <p:sp>
        <p:nvSpPr>
          <p:cNvPr id="640" name="Google Shape;640;p57"/>
          <p:cNvSpPr txBox="1"/>
          <p:nvPr>
            <p:ph idx="1" type="subTitle"/>
          </p:nvPr>
        </p:nvSpPr>
        <p:spPr>
          <a:xfrm>
            <a:off x="2280050" y="931150"/>
            <a:ext cx="6589800" cy="30285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Works in the automotive parts section of the automotive technology industry.</a:t>
            </a:r>
            <a:endParaRPr/>
          </a:p>
          <a:p>
            <a:pPr indent="-317500" lvl="0" marL="457200" rtl="0" algn="l">
              <a:spcBef>
                <a:spcPts val="0"/>
              </a:spcBef>
              <a:spcAft>
                <a:spcPts val="0"/>
              </a:spcAft>
              <a:buSzPts val="1400"/>
              <a:buChar char="●"/>
            </a:pPr>
            <a:r>
              <a:rPr lang="en"/>
              <a:t>Split into two business segments: Signal &amp; Power Solutions / Advanced Safety &amp; User Experience</a:t>
            </a:r>
            <a:endParaRPr/>
          </a:p>
          <a:p>
            <a:pPr indent="-317500" lvl="0" marL="457200" rtl="0" algn="l">
              <a:spcBef>
                <a:spcPts val="0"/>
              </a:spcBef>
              <a:spcAft>
                <a:spcPts val="0"/>
              </a:spcAft>
              <a:buSzPts val="1400"/>
              <a:buChar char="●"/>
            </a:pPr>
            <a:r>
              <a:rPr lang="en"/>
              <a:t>Global Automotive Supplier Market: $997.4B (2022) → $1.34T by 2033</a:t>
            </a:r>
            <a:endParaRPr/>
          </a:p>
          <a:p>
            <a:pPr indent="-317500" lvl="0" marL="457200" rtl="0" algn="l">
              <a:spcBef>
                <a:spcPts val="0"/>
              </a:spcBef>
              <a:spcAft>
                <a:spcPts val="0"/>
              </a:spcAft>
              <a:buSzPts val="1400"/>
              <a:buChar char="●"/>
            </a:pPr>
            <a:r>
              <a:rPr lang="en"/>
              <a:t>Competitors</a:t>
            </a:r>
            <a:endParaRPr/>
          </a:p>
          <a:p>
            <a:pPr indent="-317500" lvl="1" marL="914400" rtl="0" algn="l">
              <a:spcBef>
                <a:spcPts val="0"/>
              </a:spcBef>
              <a:spcAft>
                <a:spcPts val="0"/>
              </a:spcAft>
              <a:buSzPts val="1400"/>
              <a:buChar char="○"/>
            </a:pPr>
            <a:r>
              <a:rPr lang="en"/>
              <a:t>Signal &amp; Power Solutions: Yazaki &amp; Sumitomo Electric</a:t>
            </a:r>
            <a:endParaRPr/>
          </a:p>
          <a:p>
            <a:pPr indent="-317500" lvl="1" marL="914400" rtl="0" algn="l">
              <a:spcBef>
                <a:spcPts val="0"/>
              </a:spcBef>
              <a:spcAft>
                <a:spcPts val="0"/>
              </a:spcAft>
              <a:buSzPts val="1400"/>
              <a:buChar char="○"/>
            </a:pPr>
            <a:r>
              <a:rPr lang="en"/>
              <a:t>Advanced Safety &amp; User </a:t>
            </a:r>
            <a:r>
              <a:rPr lang="en"/>
              <a:t>Experience</a:t>
            </a:r>
            <a:r>
              <a:rPr lang="en"/>
              <a:t>: Bosch &amp; </a:t>
            </a:r>
            <a:r>
              <a:rPr lang="en"/>
              <a:t>Continental</a:t>
            </a:r>
            <a:r>
              <a:rPr lang="en"/>
              <a:t> </a:t>
            </a:r>
            <a:endParaRPr/>
          </a:p>
          <a:p>
            <a:pPr indent="-317500" lvl="0" marL="457200" rtl="0" algn="l">
              <a:spcBef>
                <a:spcPts val="0"/>
              </a:spcBef>
              <a:spcAft>
                <a:spcPts val="0"/>
              </a:spcAft>
              <a:buSzPts val="1400"/>
              <a:buChar char="●"/>
            </a:pPr>
            <a:r>
              <a:rPr lang="en"/>
              <a:t>Strong Revenue per EV due to high wiring contents &amp; electronic vs ICE vehicles</a:t>
            </a:r>
            <a:endParaRPr/>
          </a:p>
          <a:p>
            <a:pPr indent="-317500" lvl="0" marL="457200" rtl="0" algn="l">
              <a:spcBef>
                <a:spcPts val="0"/>
              </a:spcBef>
              <a:spcAft>
                <a:spcPts val="0"/>
              </a:spcAft>
              <a:buSzPts val="1400"/>
              <a:buChar char="●"/>
            </a:pPr>
            <a:r>
              <a:rPr lang="en"/>
              <a:t>EV Policy &amp; OEM has a shift towards greener vehicles that are more software based.</a:t>
            </a:r>
            <a:endParaRPr/>
          </a:p>
          <a:p>
            <a:pPr indent="-317500" lvl="0" marL="457200" rtl="0" algn="l">
              <a:spcBef>
                <a:spcPts val="0"/>
              </a:spcBef>
              <a:spcAft>
                <a:spcPts val="0"/>
              </a:spcAft>
              <a:buSzPts val="1400"/>
              <a:buChar char="●"/>
            </a:pPr>
            <a:r>
              <a:rPr lang="en"/>
              <a:t>Even with tariff pressure , OEM sources important electronics from outside sources. Aptiv posted positive earnings that were adjusted earnings in that last two quarters.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cxnSp>
        <p:nvCxnSpPr>
          <p:cNvPr id="645" name="Google Shape;645;p58"/>
          <p:cNvCxnSpPr/>
          <p:nvPr/>
        </p:nvCxnSpPr>
        <p:spPr>
          <a:xfrm>
            <a:off x="277350" y="1052000"/>
            <a:ext cx="8589300" cy="0"/>
          </a:xfrm>
          <a:prstGeom prst="straightConnector1">
            <a:avLst/>
          </a:prstGeom>
          <a:noFill/>
          <a:ln cap="flat" cmpd="sng" w="9525">
            <a:solidFill>
              <a:schemeClr val="accent6"/>
            </a:solidFill>
            <a:prstDash val="solid"/>
            <a:round/>
            <a:headEnd len="med" w="med" type="none"/>
            <a:tailEnd len="med" w="med" type="triangle"/>
          </a:ln>
        </p:spPr>
      </p:cxnSp>
      <p:sp>
        <p:nvSpPr>
          <p:cNvPr id="646" name="Google Shape;646;p58"/>
          <p:cNvSpPr txBox="1"/>
          <p:nvPr/>
        </p:nvSpPr>
        <p:spPr>
          <a:xfrm>
            <a:off x="148750" y="2131439"/>
            <a:ext cx="1508700" cy="3396600"/>
          </a:xfrm>
          <a:prstGeom prst="rect">
            <a:avLst/>
          </a:prstGeom>
          <a:noFill/>
          <a:ln>
            <a:noFill/>
          </a:ln>
        </p:spPr>
        <p:txBody>
          <a:bodyPr anchorCtr="0" anchor="t" bIns="91425" lIns="0" spcFirstLastPara="1" rIns="91425" wrap="square" tIns="91425">
            <a:spAutoFit/>
          </a:bodyPr>
          <a:lstStyle/>
          <a:p>
            <a:pPr indent="0" lvl="0" marL="0" rtl="0" algn="ctr">
              <a:spcBef>
                <a:spcPts val="0"/>
              </a:spcBef>
              <a:spcAft>
                <a:spcPts val="0"/>
              </a:spcAft>
              <a:buNone/>
            </a:pPr>
            <a:r>
              <a:rPr b="1" lang="en" sz="1100">
                <a:solidFill>
                  <a:schemeClr val="lt1"/>
                </a:solidFill>
                <a:latin typeface="Red Hat Display"/>
                <a:ea typeface="Red Hat Display"/>
                <a:cs typeface="Red Hat Display"/>
                <a:sym typeface="Red Hat Display"/>
              </a:rPr>
              <a:t>Low to Moderate</a:t>
            </a:r>
            <a:endParaRPr b="1" sz="1100">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t/>
            </a:r>
            <a:endParaRPr b="1" sz="1100">
              <a:solidFill>
                <a:schemeClr val="lt1"/>
              </a:solidFill>
              <a:latin typeface="Red Hat Display"/>
              <a:ea typeface="Red Hat Display"/>
              <a:cs typeface="Red Hat Display"/>
              <a:sym typeface="Red Hat Display"/>
            </a:endParaRPr>
          </a:p>
          <a:p>
            <a:pPr indent="-285750" lvl="0" marL="457200" rtl="0" algn="l">
              <a:spcBef>
                <a:spcPts val="0"/>
              </a:spcBef>
              <a:spcAft>
                <a:spcPts val="0"/>
              </a:spcAft>
              <a:buClr>
                <a:schemeClr val="lt1"/>
              </a:buClr>
              <a:buSzPts val="900"/>
              <a:buFont typeface="Red Hat Display"/>
              <a:buChar char="●"/>
            </a:pPr>
            <a:r>
              <a:rPr lang="en" sz="900">
                <a:solidFill>
                  <a:schemeClr val="lt1"/>
                </a:solidFill>
                <a:latin typeface="Red Hat Display"/>
                <a:ea typeface="Red Hat Display"/>
                <a:cs typeface="Red Hat Display"/>
                <a:sym typeface="Red Hat Display"/>
              </a:rPr>
              <a:t>Commodities and many parts can be bought from many places, so Aptiv has high buying power</a:t>
            </a:r>
            <a:endParaRPr sz="900">
              <a:solidFill>
                <a:schemeClr val="lt1"/>
              </a:solidFill>
              <a:latin typeface="Red Hat Display"/>
              <a:ea typeface="Red Hat Display"/>
              <a:cs typeface="Red Hat Display"/>
              <a:sym typeface="Red Hat Display"/>
            </a:endParaRPr>
          </a:p>
          <a:p>
            <a:pPr indent="-285750" lvl="0" marL="457200" rtl="0" algn="l">
              <a:spcBef>
                <a:spcPts val="0"/>
              </a:spcBef>
              <a:spcAft>
                <a:spcPts val="0"/>
              </a:spcAft>
              <a:buClr>
                <a:schemeClr val="lt1"/>
              </a:buClr>
              <a:buSzPts val="900"/>
              <a:buFont typeface="Red Hat Display"/>
              <a:buChar char="●"/>
            </a:pPr>
            <a:r>
              <a:rPr lang="en" sz="900">
                <a:solidFill>
                  <a:schemeClr val="lt1"/>
                </a:solidFill>
                <a:latin typeface="Red Hat Display"/>
                <a:ea typeface="Red Hat Display"/>
                <a:cs typeface="Red Hat Display"/>
                <a:sym typeface="Red Hat Display"/>
              </a:rPr>
              <a:t>Chips/Sensors can be harder to obtain as </a:t>
            </a:r>
            <a:r>
              <a:rPr lang="en" sz="900">
                <a:solidFill>
                  <a:schemeClr val="lt1"/>
                </a:solidFill>
                <a:latin typeface="Red Hat Display"/>
                <a:ea typeface="Red Hat Display"/>
                <a:cs typeface="Red Hat Display"/>
                <a:sym typeface="Red Hat Display"/>
              </a:rPr>
              <a:t>there are</a:t>
            </a:r>
            <a:r>
              <a:rPr lang="en" sz="900">
                <a:solidFill>
                  <a:schemeClr val="lt1"/>
                </a:solidFill>
                <a:latin typeface="Red Hat Display"/>
                <a:ea typeface="Red Hat Display"/>
                <a:cs typeface="Red Hat Display"/>
                <a:sym typeface="Red Hat Display"/>
              </a:rPr>
              <a:t> fewer sources, meaning more leverage for suppliers</a:t>
            </a:r>
            <a:endParaRPr sz="900">
              <a:solidFill>
                <a:schemeClr val="lt1"/>
              </a:solidFill>
              <a:latin typeface="Red Hat Display"/>
              <a:ea typeface="Red Hat Display"/>
              <a:cs typeface="Red Hat Display"/>
              <a:sym typeface="Red Hat Display"/>
            </a:endParaRPr>
          </a:p>
          <a:p>
            <a:pPr indent="-285750" lvl="0" marL="457200" rtl="0" algn="l">
              <a:spcBef>
                <a:spcPts val="0"/>
              </a:spcBef>
              <a:spcAft>
                <a:spcPts val="0"/>
              </a:spcAft>
              <a:buClr>
                <a:schemeClr val="lt1"/>
              </a:buClr>
              <a:buSzPts val="900"/>
              <a:buFont typeface="Red Hat Display"/>
              <a:buChar char="●"/>
            </a:pPr>
            <a:r>
              <a:rPr lang="en" sz="900">
                <a:solidFill>
                  <a:schemeClr val="lt1"/>
                </a:solidFill>
                <a:latin typeface="Red Hat Display"/>
                <a:ea typeface="Red Hat Display"/>
                <a:cs typeface="Red Hat Display"/>
                <a:sym typeface="Red Hat Display"/>
              </a:rPr>
              <a:t>Aptiv reduces risk by using multiple suppliers and making long-term deals</a:t>
            </a:r>
            <a:endParaRPr sz="900">
              <a:solidFill>
                <a:schemeClr val="lt1"/>
              </a:solidFill>
              <a:latin typeface="Red Hat Display"/>
              <a:ea typeface="Red Hat Display"/>
              <a:cs typeface="Red Hat Display"/>
              <a:sym typeface="Red Hat Display"/>
            </a:endParaRPr>
          </a:p>
          <a:p>
            <a:pPr indent="0" lvl="0" marL="457200" rtl="0" algn="l">
              <a:spcBef>
                <a:spcPts val="400"/>
              </a:spcBef>
              <a:spcAft>
                <a:spcPts val="0"/>
              </a:spcAft>
              <a:buNone/>
            </a:pPr>
            <a:r>
              <a:t/>
            </a:r>
            <a:endParaRPr sz="900">
              <a:solidFill>
                <a:schemeClr val="lt1"/>
              </a:solidFill>
              <a:latin typeface="Red Hat Display"/>
              <a:ea typeface="Red Hat Display"/>
              <a:cs typeface="Red Hat Display"/>
              <a:sym typeface="Red Hat Display"/>
            </a:endParaRPr>
          </a:p>
          <a:p>
            <a:pPr indent="0" lvl="0" marL="0" rtl="0" algn="l">
              <a:spcBef>
                <a:spcPts val="400"/>
              </a:spcBef>
              <a:spcAft>
                <a:spcPts val="400"/>
              </a:spcAft>
              <a:buNone/>
            </a:pPr>
            <a:r>
              <a:t/>
            </a:r>
            <a:endParaRPr sz="900">
              <a:solidFill>
                <a:schemeClr val="lt1"/>
              </a:solidFill>
              <a:latin typeface="Red Hat Display"/>
              <a:ea typeface="Red Hat Display"/>
              <a:cs typeface="Red Hat Display"/>
              <a:sym typeface="Red Hat Display"/>
            </a:endParaRPr>
          </a:p>
        </p:txBody>
      </p:sp>
      <p:sp>
        <p:nvSpPr>
          <p:cNvPr id="647" name="Google Shape;647;p58"/>
          <p:cNvSpPr txBox="1"/>
          <p:nvPr/>
        </p:nvSpPr>
        <p:spPr>
          <a:xfrm>
            <a:off x="148750" y="1222264"/>
            <a:ext cx="1508700" cy="7389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lang="en" sz="1800">
                <a:solidFill>
                  <a:schemeClr val="dk2"/>
                </a:solidFill>
                <a:latin typeface="Red Hat Display SemiBold"/>
                <a:ea typeface="Red Hat Display SemiBold"/>
                <a:cs typeface="Red Hat Display SemiBold"/>
                <a:sym typeface="Red Hat Display SemiBold"/>
              </a:rPr>
              <a:t>Suppliers Power</a:t>
            </a:r>
            <a:endParaRPr sz="1800">
              <a:solidFill>
                <a:schemeClr val="dk2"/>
              </a:solidFill>
              <a:latin typeface="Red Hat Display SemiBold"/>
              <a:ea typeface="Red Hat Display SemiBold"/>
              <a:cs typeface="Red Hat Display SemiBold"/>
              <a:sym typeface="Red Hat Display SemiBold"/>
            </a:endParaRPr>
          </a:p>
        </p:txBody>
      </p:sp>
      <p:sp>
        <p:nvSpPr>
          <p:cNvPr id="648" name="Google Shape;648;p58"/>
          <p:cNvSpPr txBox="1"/>
          <p:nvPr/>
        </p:nvSpPr>
        <p:spPr>
          <a:xfrm>
            <a:off x="1969024" y="1272664"/>
            <a:ext cx="1508700" cy="7389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lang="en" sz="1800">
                <a:solidFill>
                  <a:schemeClr val="dk2"/>
                </a:solidFill>
                <a:latin typeface="Red Hat Display SemiBold"/>
                <a:ea typeface="Red Hat Display SemiBold"/>
                <a:cs typeface="Red Hat Display SemiBold"/>
                <a:sym typeface="Red Hat Display SemiBold"/>
              </a:rPr>
              <a:t>Customers Power</a:t>
            </a:r>
            <a:endParaRPr sz="1800">
              <a:solidFill>
                <a:schemeClr val="dk2"/>
              </a:solidFill>
              <a:latin typeface="Red Hat Display SemiBold"/>
              <a:ea typeface="Red Hat Display SemiBold"/>
              <a:cs typeface="Red Hat Display SemiBold"/>
              <a:sym typeface="Red Hat Display SemiBold"/>
            </a:endParaRPr>
          </a:p>
        </p:txBody>
      </p:sp>
      <p:sp>
        <p:nvSpPr>
          <p:cNvPr id="649" name="Google Shape;649;p58"/>
          <p:cNvSpPr txBox="1"/>
          <p:nvPr/>
        </p:nvSpPr>
        <p:spPr>
          <a:xfrm>
            <a:off x="1508325" y="2232250"/>
            <a:ext cx="2226900" cy="2917500"/>
          </a:xfrm>
          <a:prstGeom prst="rect">
            <a:avLst/>
          </a:prstGeom>
          <a:noFill/>
          <a:ln>
            <a:noFill/>
          </a:ln>
        </p:spPr>
        <p:txBody>
          <a:bodyPr anchorCtr="0" anchor="t" bIns="91425" lIns="0" spcFirstLastPara="1" rIns="91425" wrap="square" tIns="91425">
            <a:spAutoFit/>
          </a:bodyPr>
          <a:lstStyle/>
          <a:p>
            <a:pPr indent="0" lvl="0" marL="0" rtl="0" algn="ctr">
              <a:spcBef>
                <a:spcPts val="0"/>
              </a:spcBef>
              <a:spcAft>
                <a:spcPts val="0"/>
              </a:spcAft>
              <a:buNone/>
            </a:pPr>
            <a:r>
              <a:rPr b="1" lang="en" sz="1100">
                <a:solidFill>
                  <a:schemeClr val="lt1"/>
                </a:solidFill>
                <a:latin typeface="Red Hat Display"/>
                <a:ea typeface="Red Hat Display"/>
                <a:cs typeface="Red Hat Display"/>
                <a:sym typeface="Red Hat Display"/>
              </a:rPr>
              <a:t>High</a:t>
            </a:r>
            <a:endParaRPr b="1" sz="1100">
              <a:solidFill>
                <a:schemeClr val="lt1"/>
              </a:solidFill>
              <a:latin typeface="Red Hat Display"/>
              <a:ea typeface="Red Hat Display"/>
              <a:cs typeface="Red Hat Display"/>
              <a:sym typeface="Red Hat Display"/>
            </a:endParaRPr>
          </a:p>
          <a:p>
            <a:pPr indent="0" lvl="0" marL="0" rtl="0" algn="l">
              <a:lnSpc>
                <a:spcPct val="115000"/>
              </a:lnSpc>
              <a:spcBef>
                <a:spcPts val="0"/>
              </a:spcBef>
              <a:spcAft>
                <a:spcPts val="0"/>
              </a:spcAft>
              <a:buNone/>
            </a:pPr>
            <a:r>
              <a:t/>
            </a:r>
            <a:endParaRPr b="1" sz="1100">
              <a:solidFill>
                <a:schemeClr val="lt1"/>
              </a:solidFill>
              <a:latin typeface="Red Hat Display"/>
              <a:ea typeface="Red Hat Display"/>
              <a:cs typeface="Red Hat Display"/>
              <a:sym typeface="Red Hat Display"/>
            </a:endParaRPr>
          </a:p>
          <a:p>
            <a:pPr indent="-285750" lvl="0" marL="457200" rtl="0" algn="l">
              <a:lnSpc>
                <a:spcPct val="115000"/>
              </a:lnSpc>
              <a:spcBef>
                <a:spcPts val="0"/>
              </a:spcBef>
              <a:spcAft>
                <a:spcPts val="0"/>
              </a:spcAft>
              <a:buClr>
                <a:schemeClr val="lt1"/>
              </a:buClr>
              <a:buSzPts val="900"/>
              <a:buFont typeface="Red Hat Display"/>
              <a:buChar char="●"/>
            </a:pPr>
            <a:r>
              <a:rPr lang="en" sz="900">
                <a:solidFill>
                  <a:schemeClr val="lt1"/>
                </a:solidFill>
                <a:latin typeface="Red Hat Display"/>
                <a:ea typeface="Red Hat Display"/>
                <a:cs typeface="Red Hat Display"/>
                <a:sym typeface="Red Hat Display"/>
              </a:rPr>
              <a:t>A few large automakers control most of the industry’s purchasing power, giving them leverage to negotiate lower prices. </a:t>
            </a:r>
            <a:endParaRPr sz="900">
              <a:solidFill>
                <a:schemeClr val="lt1"/>
              </a:solidFill>
              <a:latin typeface="Red Hat Display"/>
              <a:ea typeface="Red Hat Display"/>
              <a:cs typeface="Red Hat Display"/>
              <a:sym typeface="Red Hat Display"/>
            </a:endParaRPr>
          </a:p>
          <a:p>
            <a:pPr indent="-285750" lvl="0" marL="457200" rtl="0" algn="l">
              <a:lnSpc>
                <a:spcPct val="115000"/>
              </a:lnSpc>
              <a:spcBef>
                <a:spcPts val="0"/>
              </a:spcBef>
              <a:spcAft>
                <a:spcPts val="0"/>
              </a:spcAft>
              <a:buClr>
                <a:schemeClr val="lt1"/>
              </a:buClr>
              <a:buSzPts val="900"/>
              <a:buFont typeface="Red Hat Display"/>
              <a:buChar char="●"/>
            </a:pPr>
            <a:r>
              <a:rPr lang="en" sz="900">
                <a:solidFill>
                  <a:schemeClr val="lt1"/>
                </a:solidFill>
                <a:latin typeface="Red Hat Display"/>
                <a:ea typeface="Red Hat Display"/>
                <a:cs typeface="Red Hat Display"/>
                <a:sym typeface="Red Hat Display"/>
              </a:rPr>
              <a:t>However, since the parts Aptiv supplies have to be designed in the car, the automaker usually keeps the supplier for the entire model cycle which is around 5–7 years.</a:t>
            </a:r>
            <a:endParaRPr sz="900">
              <a:solidFill>
                <a:schemeClr val="lt1"/>
              </a:solidFill>
              <a:latin typeface="Red Hat Display"/>
              <a:ea typeface="Red Hat Display"/>
              <a:cs typeface="Red Hat Display"/>
              <a:sym typeface="Red Hat Display"/>
            </a:endParaRPr>
          </a:p>
          <a:p>
            <a:pPr indent="-285750" lvl="0" marL="457200" rtl="0" algn="l">
              <a:lnSpc>
                <a:spcPct val="115000"/>
              </a:lnSpc>
              <a:spcBef>
                <a:spcPts val="0"/>
              </a:spcBef>
              <a:spcAft>
                <a:spcPts val="0"/>
              </a:spcAft>
              <a:buClr>
                <a:schemeClr val="lt1"/>
              </a:buClr>
              <a:buSzPts val="900"/>
              <a:buFont typeface="Red Hat Display"/>
              <a:buChar char="●"/>
            </a:pPr>
            <a:r>
              <a:rPr lang="en" sz="900">
                <a:solidFill>
                  <a:schemeClr val="lt1"/>
                </a:solidFill>
                <a:latin typeface="Red Hat Display"/>
                <a:ea typeface="Red Hat Display"/>
                <a:cs typeface="Red Hat Display"/>
                <a:sym typeface="Red Hat Display"/>
              </a:rPr>
              <a:t>This creates stability and incentivizes automakers to keep suppliers, which helps Aptiv keep the business running.</a:t>
            </a:r>
            <a:endParaRPr sz="900">
              <a:solidFill>
                <a:schemeClr val="lt1"/>
              </a:solidFill>
              <a:latin typeface="Red Hat Display"/>
              <a:ea typeface="Red Hat Display"/>
              <a:cs typeface="Red Hat Display"/>
              <a:sym typeface="Red Hat Display"/>
            </a:endParaRPr>
          </a:p>
          <a:p>
            <a:pPr indent="0" lvl="0" marL="0" rtl="0" algn="l">
              <a:lnSpc>
                <a:spcPct val="115000"/>
              </a:lnSpc>
              <a:spcBef>
                <a:spcPts val="0"/>
              </a:spcBef>
              <a:spcAft>
                <a:spcPts val="0"/>
              </a:spcAft>
              <a:buNone/>
            </a:pPr>
            <a:r>
              <a:t/>
            </a:r>
            <a:endParaRPr sz="900">
              <a:solidFill>
                <a:schemeClr val="lt1"/>
              </a:solidFill>
              <a:latin typeface="Red Hat Display"/>
              <a:ea typeface="Red Hat Display"/>
              <a:cs typeface="Red Hat Display"/>
              <a:sym typeface="Red Hat Display"/>
            </a:endParaRPr>
          </a:p>
        </p:txBody>
      </p:sp>
      <p:sp>
        <p:nvSpPr>
          <p:cNvPr id="650" name="Google Shape;650;p58"/>
          <p:cNvSpPr txBox="1"/>
          <p:nvPr/>
        </p:nvSpPr>
        <p:spPr>
          <a:xfrm>
            <a:off x="3789761" y="1288364"/>
            <a:ext cx="1508700" cy="7389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lang="en" sz="1800">
                <a:solidFill>
                  <a:schemeClr val="dk2"/>
                </a:solidFill>
                <a:latin typeface="Red Hat Display SemiBold"/>
                <a:ea typeface="Red Hat Display SemiBold"/>
                <a:cs typeface="Red Hat Display SemiBold"/>
                <a:sym typeface="Red Hat Display SemiBold"/>
              </a:rPr>
              <a:t>Threat of </a:t>
            </a:r>
            <a:r>
              <a:rPr lang="en" sz="1800">
                <a:solidFill>
                  <a:schemeClr val="dk2"/>
                </a:solidFill>
                <a:latin typeface="Red Hat Display SemiBold"/>
                <a:ea typeface="Red Hat Display SemiBold"/>
                <a:cs typeface="Red Hat Display SemiBold"/>
                <a:sym typeface="Red Hat Display SemiBold"/>
              </a:rPr>
              <a:t>Substitutes</a:t>
            </a:r>
            <a:endParaRPr sz="1800">
              <a:solidFill>
                <a:schemeClr val="dk2"/>
              </a:solidFill>
              <a:latin typeface="Red Hat Display SemiBold"/>
              <a:ea typeface="Red Hat Display SemiBold"/>
              <a:cs typeface="Red Hat Display SemiBold"/>
              <a:sym typeface="Red Hat Display SemiBold"/>
            </a:endParaRPr>
          </a:p>
        </p:txBody>
      </p:sp>
      <p:sp>
        <p:nvSpPr>
          <p:cNvPr id="651" name="Google Shape;651;p58"/>
          <p:cNvSpPr txBox="1"/>
          <p:nvPr/>
        </p:nvSpPr>
        <p:spPr>
          <a:xfrm>
            <a:off x="3789750" y="2125350"/>
            <a:ext cx="1820400" cy="3195300"/>
          </a:xfrm>
          <a:prstGeom prst="rect">
            <a:avLst/>
          </a:prstGeom>
          <a:noFill/>
          <a:ln>
            <a:noFill/>
          </a:ln>
        </p:spPr>
        <p:txBody>
          <a:bodyPr anchorCtr="0" anchor="t" bIns="91425" lIns="0" spcFirstLastPara="1" rIns="91425" wrap="square" tIns="91425">
            <a:spAutoFit/>
          </a:bodyPr>
          <a:lstStyle/>
          <a:p>
            <a:pPr indent="0" lvl="0" marL="0" rtl="0" algn="ctr">
              <a:spcBef>
                <a:spcPts val="0"/>
              </a:spcBef>
              <a:spcAft>
                <a:spcPts val="0"/>
              </a:spcAft>
              <a:buNone/>
            </a:pPr>
            <a:r>
              <a:rPr b="1" lang="en" sz="1100">
                <a:solidFill>
                  <a:schemeClr val="lt1"/>
                </a:solidFill>
                <a:latin typeface="Red Hat Display"/>
                <a:ea typeface="Red Hat Display"/>
                <a:cs typeface="Red Hat Display"/>
                <a:sym typeface="Red Hat Display"/>
              </a:rPr>
              <a:t>Medium</a:t>
            </a:r>
            <a:endParaRPr b="1" sz="1100">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t/>
            </a:r>
            <a:endParaRPr b="1" sz="1000">
              <a:solidFill>
                <a:schemeClr val="lt1"/>
              </a:solidFill>
              <a:latin typeface="Red Hat Display"/>
              <a:ea typeface="Red Hat Display"/>
              <a:cs typeface="Red Hat Display"/>
              <a:sym typeface="Red Hat Display"/>
            </a:endParaRPr>
          </a:p>
          <a:p>
            <a:pPr indent="-273050" lvl="0" marL="457200" rtl="0" algn="l">
              <a:lnSpc>
                <a:spcPct val="115000"/>
              </a:lnSpc>
              <a:spcBef>
                <a:spcPts val="0"/>
              </a:spcBef>
              <a:spcAft>
                <a:spcPts val="0"/>
              </a:spcAft>
              <a:buClr>
                <a:schemeClr val="lt1"/>
              </a:buClr>
              <a:buSzPts val="700"/>
              <a:buFont typeface="Red Hat Display"/>
              <a:buChar char="●"/>
            </a:pPr>
            <a:r>
              <a:rPr lang="en" sz="900">
                <a:solidFill>
                  <a:schemeClr val="lt1"/>
                </a:solidFill>
                <a:latin typeface="Red Hat Display"/>
                <a:ea typeface="Red Hat Display"/>
                <a:cs typeface="Red Hat Display"/>
                <a:sym typeface="Red Hat Display"/>
              </a:rPr>
              <a:t>Some automakers, like Tesla, develop their own electronics and software, which can replace what they would normally buy from suppliers like Aptiv.</a:t>
            </a:r>
            <a:endParaRPr sz="900">
              <a:solidFill>
                <a:schemeClr val="lt1"/>
              </a:solidFill>
              <a:latin typeface="Red Hat Display"/>
              <a:ea typeface="Red Hat Display"/>
              <a:cs typeface="Red Hat Display"/>
              <a:sym typeface="Red Hat Display"/>
            </a:endParaRPr>
          </a:p>
          <a:p>
            <a:pPr indent="-273050" lvl="0" marL="457200" rtl="0" algn="l">
              <a:lnSpc>
                <a:spcPct val="115000"/>
              </a:lnSpc>
              <a:spcBef>
                <a:spcPts val="0"/>
              </a:spcBef>
              <a:spcAft>
                <a:spcPts val="0"/>
              </a:spcAft>
              <a:buClr>
                <a:schemeClr val="lt1"/>
              </a:buClr>
              <a:buSzPts val="700"/>
              <a:buFont typeface="Red Hat Display"/>
              <a:buChar char="●"/>
            </a:pPr>
            <a:r>
              <a:rPr lang="en" sz="900">
                <a:solidFill>
                  <a:schemeClr val="lt1"/>
                </a:solidFill>
                <a:latin typeface="Red Hat Display"/>
                <a:ea typeface="Red Hat Display"/>
                <a:cs typeface="Red Hat Display"/>
                <a:sym typeface="Red Hat Display"/>
              </a:rPr>
              <a:t>New designs, such as wireless systems, could also reduce the need for certain components.</a:t>
            </a:r>
            <a:endParaRPr sz="900">
              <a:solidFill>
                <a:schemeClr val="lt1"/>
              </a:solidFill>
              <a:latin typeface="Red Hat Display"/>
              <a:ea typeface="Red Hat Display"/>
              <a:cs typeface="Red Hat Display"/>
              <a:sym typeface="Red Hat Display"/>
            </a:endParaRPr>
          </a:p>
          <a:p>
            <a:pPr indent="-273050" lvl="0" marL="457200" rtl="0" algn="l">
              <a:lnSpc>
                <a:spcPct val="115000"/>
              </a:lnSpc>
              <a:spcBef>
                <a:spcPts val="0"/>
              </a:spcBef>
              <a:spcAft>
                <a:spcPts val="0"/>
              </a:spcAft>
              <a:buClr>
                <a:schemeClr val="lt1"/>
              </a:buClr>
              <a:buSzPts val="700"/>
              <a:buFont typeface="Red Hat Display"/>
              <a:buChar char="●"/>
            </a:pPr>
            <a:r>
              <a:rPr lang="en" sz="900">
                <a:solidFill>
                  <a:schemeClr val="lt1"/>
                </a:solidFill>
                <a:latin typeface="Red Hat Display"/>
                <a:ea typeface="Red Hat Display"/>
                <a:cs typeface="Red Hat Display"/>
                <a:sym typeface="Red Hat Display"/>
              </a:rPr>
              <a:t>However, as vehicles become more electric and software-reliant, the demand for </a:t>
            </a:r>
            <a:r>
              <a:rPr lang="en" sz="900">
                <a:solidFill>
                  <a:schemeClr val="lt1"/>
                </a:solidFill>
                <a:latin typeface="Red Hat Display"/>
                <a:ea typeface="Red Hat Display"/>
                <a:cs typeface="Red Hat Display"/>
                <a:sym typeface="Red Hat Display"/>
              </a:rPr>
              <a:t>Aptiv</a:t>
            </a:r>
            <a:r>
              <a:rPr lang="en" sz="900">
                <a:solidFill>
                  <a:schemeClr val="lt1"/>
                </a:solidFill>
                <a:latin typeface="Red Hat Display"/>
                <a:ea typeface="Red Hat Display"/>
                <a:cs typeface="Red Hat Display"/>
                <a:sym typeface="Red Hat Display"/>
              </a:rPr>
              <a:t> technology continues to grow.</a:t>
            </a:r>
            <a:endParaRPr sz="900">
              <a:solidFill>
                <a:schemeClr val="lt1"/>
              </a:solidFill>
              <a:latin typeface="Red Hat Display"/>
              <a:ea typeface="Red Hat Display"/>
              <a:cs typeface="Red Hat Display"/>
              <a:sym typeface="Red Hat Display"/>
            </a:endParaRPr>
          </a:p>
          <a:p>
            <a:pPr indent="0" lvl="0" marL="457200" rtl="0" algn="l">
              <a:lnSpc>
                <a:spcPct val="115000"/>
              </a:lnSpc>
              <a:spcBef>
                <a:spcPts val="0"/>
              </a:spcBef>
              <a:spcAft>
                <a:spcPts val="0"/>
              </a:spcAft>
              <a:buNone/>
            </a:pPr>
            <a:r>
              <a:t/>
            </a:r>
            <a:endParaRPr sz="900">
              <a:solidFill>
                <a:schemeClr val="lt1"/>
              </a:solidFill>
              <a:latin typeface="Red Hat Display"/>
              <a:ea typeface="Red Hat Display"/>
              <a:cs typeface="Red Hat Display"/>
              <a:sym typeface="Red Hat Display"/>
            </a:endParaRPr>
          </a:p>
        </p:txBody>
      </p:sp>
      <p:sp>
        <p:nvSpPr>
          <p:cNvPr id="652" name="Google Shape;652;p58"/>
          <p:cNvSpPr txBox="1"/>
          <p:nvPr/>
        </p:nvSpPr>
        <p:spPr>
          <a:xfrm>
            <a:off x="5609573" y="1222264"/>
            <a:ext cx="1508700" cy="10158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lang="en" sz="1800">
                <a:solidFill>
                  <a:schemeClr val="dk2"/>
                </a:solidFill>
                <a:latin typeface="Red Hat Display SemiBold"/>
                <a:ea typeface="Red Hat Display SemiBold"/>
                <a:cs typeface="Red Hat Display SemiBold"/>
                <a:sym typeface="Red Hat Display SemiBold"/>
              </a:rPr>
              <a:t>Competition in the Industry</a:t>
            </a:r>
            <a:endParaRPr sz="1800">
              <a:solidFill>
                <a:schemeClr val="dk2"/>
              </a:solidFill>
              <a:latin typeface="Red Hat Display SemiBold"/>
              <a:ea typeface="Red Hat Display SemiBold"/>
              <a:cs typeface="Red Hat Display SemiBold"/>
              <a:sym typeface="Red Hat Display SemiBold"/>
            </a:endParaRPr>
          </a:p>
        </p:txBody>
      </p:sp>
      <p:sp>
        <p:nvSpPr>
          <p:cNvPr id="653" name="Google Shape;653;p58"/>
          <p:cNvSpPr txBox="1"/>
          <p:nvPr/>
        </p:nvSpPr>
        <p:spPr>
          <a:xfrm>
            <a:off x="5609575" y="2125350"/>
            <a:ext cx="1730700" cy="3020700"/>
          </a:xfrm>
          <a:prstGeom prst="rect">
            <a:avLst/>
          </a:prstGeom>
          <a:noFill/>
          <a:ln>
            <a:noFill/>
          </a:ln>
        </p:spPr>
        <p:txBody>
          <a:bodyPr anchorCtr="0" anchor="t" bIns="91425" lIns="0" spcFirstLastPara="1" rIns="91425" wrap="square" tIns="91425">
            <a:spAutoFit/>
          </a:bodyPr>
          <a:lstStyle/>
          <a:p>
            <a:pPr indent="0" lvl="0" marL="0" rtl="0" algn="ctr">
              <a:spcBef>
                <a:spcPts val="0"/>
              </a:spcBef>
              <a:spcAft>
                <a:spcPts val="0"/>
              </a:spcAft>
              <a:buNone/>
            </a:pPr>
            <a:r>
              <a:rPr b="1" lang="en" sz="1100">
                <a:solidFill>
                  <a:schemeClr val="lt1"/>
                </a:solidFill>
                <a:latin typeface="Red Hat Display"/>
                <a:ea typeface="Red Hat Display"/>
                <a:cs typeface="Red Hat Display"/>
                <a:sym typeface="Red Hat Display"/>
              </a:rPr>
              <a:t>High</a:t>
            </a:r>
            <a:endParaRPr b="1" sz="1100">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t/>
            </a:r>
            <a:endParaRPr b="1" sz="1000">
              <a:solidFill>
                <a:schemeClr val="lt1"/>
              </a:solidFill>
              <a:latin typeface="Red Hat Display"/>
              <a:ea typeface="Red Hat Display"/>
              <a:cs typeface="Red Hat Display"/>
              <a:sym typeface="Red Hat Display"/>
            </a:endParaRPr>
          </a:p>
          <a:p>
            <a:pPr indent="-285750" lvl="0" marL="457200" rtl="0" algn="l">
              <a:lnSpc>
                <a:spcPct val="115000"/>
              </a:lnSpc>
              <a:spcBef>
                <a:spcPts val="0"/>
              </a:spcBef>
              <a:spcAft>
                <a:spcPts val="0"/>
              </a:spcAft>
              <a:buClr>
                <a:schemeClr val="lt1"/>
              </a:buClr>
              <a:buSzPts val="900"/>
              <a:buFont typeface="Red Hat Display"/>
              <a:buChar char="●"/>
            </a:pPr>
            <a:r>
              <a:rPr lang="en" sz="900">
                <a:solidFill>
                  <a:schemeClr val="lt1"/>
                </a:solidFill>
                <a:latin typeface="Red Hat Display"/>
                <a:ea typeface="Red Hat Display"/>
                <a:cs typeface="Red Hat Display"/>
                <a:sym typeface="Red Hat Display"/>
              </a:rPr>
              <a:t>Aptiv's competition are world's top tier suppliers such as Bosch, Continental, Denso, ZF, Magna, and Visteon.</a:t>
            </a:r>
            <a:endParaRPr sz="900">
              <a:solidFill>
                <a:schemeClr val="lt1"/>
              </a:solidFill>
              <a:latin typeface="Red Hat Display"/>
              <a:ea typeface="Red Hat Display"/>
              <a:cs typeface="Red Hat Display"/>
              <a:sym typeface="Red Hat Display"/>
            </a:endParaRPr>
          </a:p>
          <a:p>
            <a:pPr indent="-285750" lvl="0" marL="457200" rtl="0" algn="l">
              <a:lnSpc>
                <a:spcPct val="115000"/>
              </a:lnSpc>
              <a:spcBef>
                <a:spcPts val="0"/>
              </a:spcBef>
              <a:spcAft>
                <a:spcPts val="0"/>
              </a:spcAft>
              <a:buClr>
                <a:schemeClr val="lt1"/>
              </a:buClr>
              <a:buSzPts val="900"/>
              <a:buFont typeface="Red Hat Display"/>
              <a:buChar char="●"/>
            </a:pPr>
            <a:r>
              <a:rPr lang="en" sz="900">
                <a:solidFill>
                  <a:schemeClr val="lt1"/>
                </a:solidFill>
                <a:latin typeface="Red Hat Display"/>
                <a:ea typeface="Red Hat Display"/>
                <a:cs typeface="Red Hat Display"/>
                <a:sym typeface="Red Hat Display"/>
              </a:rPr>
              <a:t>In the industry, the automakers choose suppliers through bidding, and since all major companies are racing to provide better technology at lower cost, competition is very high.</a:t>
            </a:r>
            <a:endParaRPr sz="900">
              <a:solidFill>
                <a:schemeClr val="lt1"/>
              </a:solidFill>
              <a:latin typeface="Red Hat Display"/>
              <a:ea typeface="Red Hat Display"/>
              <a:cs typeface="Red Hat Display"/>
              <a:sym typeface="Red Hat Display"/>
            </a:endParaRPr>
          </a:p>
          <a:p>
            <a:pPr indent="0" lvl="0" marL="457200" rtl="0" algn="l">
              <a:lnSpc>
                <a:spcPct val="115000"/>
              </a:lnSpc>
              <a:spcBef>
                <a:spcPts val="0"/>
              </a:spcBef>
              <a:spcAft>
                <a:spcPts val="0"/>
              </a:spcAft>
              <a:buNone/>
            </a:pPr>
            <a:r>
              <a:t/>
            </a:r>
            <a:endParaRPr sz="800">
              <a:solidFill>
                <a:schemeClr val="lt1"/>
              </a:solidFill>
              <a:latin typeface="Red Hat Display"/>
              <a:ea typeface="Red Hat Display"/>
              <a:cs typeface="Red Hat Display"/>
              <a:sym typeface="Red Hat Display"/>
            </a:endParaRPr>
          </a:p>
        </p:txBody>
      </p:sp>
      <p:sp>
        <p:nvSpPr>
          <p:cNvPr id="654" name="Google Shape;654;p58"/>
          <p:cNvSpPr txBox="1"/>
          <p:nvPr/>
        </p:nvSpPr>
        <p:spPr>
          <a:xfrm>
            <a:off x="7404098" y="2125339"/>
            <a:ext cx="1508700" cy="2862900"/>
          </a:xfrm>
          <a:prstGeom prst="rect">
            <a:avLst/>
          </a:prstGeom>
          <a:noFill/>
          <a:ln>
            <a:noFill/>
          </a:ln>
        </p:spPr>
        <p:txBody>
          <a:bodyPr anchorCtr="0" anchor="t" bIns="91425" lIns="0" spcFirstLastPara="1" rIns="91425" wrap="square" tIns="91425">
            <a:spAutoFit/>
          </a:bodyPr>
          <a:lstStyle/>
          <a:p>
            <a:pPr indent="0" lvl="0" marL="0" rtl="0" algn="ctr">
              <a:spcBef>
                <a:spcPts val="0"/>
              </a:spcBef>
              <a:spcAft>
                <a:spcPts val="0"/>
              </a:spcAft>
              <a:buNone/>
            </a:pPr>
            <a:r>
              <a:rPr b="1" lang="en" sz="1000">
                <a:solidFill>
                  <a:schemeClr val="lt1"/>
                </a:solidFill>
                <a:latin typeface="Red Hat Display"/>
                <a:ea typeface="Red Hat Display"/>
                <a:cs typeface="Red Hat Display"/>
                <a:sym typeface="Red Hat Display"/>
              </a:rPr>
              <a:t>Low</a:t>
            </a:r>
            <a:endParaRPr b="1" sz="1000">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t/>
            </a:r>
            <a:endParaRPr b="1" sz="1100">
              <a:solidFill>
                <a:schemeClr val="lt1"/>
              </a:solidFill>
              <a:latin typeface="Red Hat Display"/>
              <a:ea typeface="Red Hat Display"/>
              <a:cs typeface="Red Hat Display"/>
              <a:sym typeface="Red Hat Display"/>
            </a:endParaRPr>
          </a:p>
          <a:p>
            <a:pPr indent="-285750" lvl="0" marL="457200" rtl="0" algn="l">
              <a:spcBef>
                <a:spcPts val="0"/>
              </a:spcBef>
              <a:spcAft>
                <a:spcPts val="0"/>
              </a:spcAft>
              <a:buClr>
                <a:schemeClr val="lt1"/>
              </a:buClr>
              <a:buSzPts val="900"/>
              <a:buFont typeface="Red Hat Display"/>
              <a:buChar char="●"/>
            </a:pPr>
            <a:r>
              <a:rPr lang="en" sz="900">
                <a:solidFill>
                  <a:schemeClr val="lt1"/>
                </a:solidFill>
                <a:latin typeface="Red Hat Display"/>
                <a:ea typeface="Red Hat Display"/>
                <a:cs typeface="Red Hat Display"/>
                <a:sym typeface="Red Hat Display"/>
              </a:rPr>
              <a:t>Making car-grade electronics requires enormous research and development, which is hard and expensive. </a:t>
            </a:r>
            <a:endParaRPr sz="900">
              <a:solidFill>
                <a:schemeClr val="lt1"/>
              </a:solidFill>
              <a:latin typeface="Red Hat Display"/>
              <a:ea typeface="Red Hat Display"/>
              <a:cs typeface="Red Hat Display"/>
              <a:sym typeface="Red Hat Display"/>
            </a:endParaRPr>
          </a:p>
          <a:p>
            <a:pPr indent="-285750" lvl="0" marL="457200" rtl="0" algn="l">
              <a:spcBef>
                <a:spcPts val="0"/>
              </a:spcBef>
              <a:spcAft>
                <a:spcPts val="0"/>
              </a:spcAft>
              <a:buClr>
                <a:schemeClr val="lt1"/>
              </a:buClr>
              <a:buSzPts val="900"/>
              <a:buFont typeface="Red Hat Display"/>
              <a:buChar char="●"/>
            </a:pPr>
            <a:r>
              <a:rPr lang="en" sz="900">
                <a:solidFill>
                  <a:schemeClr val="lt1"/>
                </a:solidFill>
                <a:latin typeface="Red Hat Display"/>
                <a:ea typeface="Red Hat Display"/>
                <a:cs typeface="Red Hat Display"/>
                <a:sym typeface="Red Hat Display"/>
              </a:rPr>
              <a:t>Car makers only trust reliable suppliers with years of experience and proven parts.</a:t>
            </a:r>
            <a:endParaRPr sz="900">
              <a:solidFill>
                <a:schemeClr val="lt1"/>
              </a:solidFill>
              <a:latin typeface="Red Hat Display"/>
              <a:ea typeface="Red Hat Display"/>
              <a:cs typeface="Red Hat Display"/>
              <a:sym typeface="Red Hat Display"/>
            </a:endParaRPr>
          </a:p>
          <a:p>
            <a:pPr indent="-285750" lvl="0" marL="457200" rtl="0" algn="l">
              <a:spcBef>
                <a:spcPts val="0"/>
              </a:spcBef>
              <a:spcAft>
                <a:spcPts val="0"/>
              </a:spcAft>
              <a:buClr>
                <a:schemeClr val="lt1"/>
              </a:buClr>
              <a:buSzPts val="900"/>
              <a:buFont typeface="Red Hat Display"/>
              <a:buChar char="●"/>
            </a:pPr>
            <a:r>
              <a:rPr lang="en" sz="900">
                <a:solidFill>
                  <a:schemeClr val="lt1"/>
                </a:solidFill>
                <a:latin typeface="Red Hat Display"/>
                <a:ea typeface="Red Hat Display"/>
                <a:cs typeface="Red Hat Display"/>
                <a:sym typeface="Red Hat Display"/>
              </a:rPr>
              <a:t>Once approved, a new part stays in the vehicle for many years. </a:t>
            </a:r>
            <a:endParaRPr sz="800">
              <a:solidFill>
                <a:schemeClr val="lt1"/>
              </a:solidFill>
              <a:latin typeface="Red Hat Display"/>
              <a:ea typeface="Red Hat Display"/>
              <a:cs typeface="Red Hat Display"/>
              <a:sym typeface="Red Hat Display"/>
            </a:endParaRPr>
          </a:p>
        </p:txBody>
      </p:sp>
      <p:sp>
        <p:nvSpPr>
          <p:cNvPr id="655" name="Google Shape;655;p58"/>
          <p:cNvSpPr txBox="1"/>
          <p:nvPr/>
        </p:nvSpPr>
        <p:spPr>
          <a:xfrm>
            <a:off x="7429398" y="1357814"/>
            <a:ext cx="1508700" cy="4617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lang="en" sz="1800">
                <a:solidFill>
                  <a:schemeClr val="dk2"/>
                </a:solidFill>
                <a:latin typeface="Red Hat Display SemiBold"/>
                <a:ea typeface="Red Hat Display SemiBold"/>
                <a:cs typeface="Red Hat Display SemiBold"/>
                <a:sym typeface="Red Hat Display SemiBold"/>
              </a:rPr>
              <a:t>New Entrants</a:t>
            </a:r>
            <a:endParaRPr sz="1800">
              <a:solidFill>
                <a:schemeClr val="dk2"/>
              </a:solidFill>
              <a:latin typeface="Red Hat Display SemiBold"/>
              <a:ea typeface="Red Hat Display SemiBold"/>
              <a:cs typeface="Red Hat Display SemiBold"/>
              <a:sym typeface="Red Hat Display SemiBold"/>
            </a:endParaRPr>
          </a:p>
        </p:txBody>
      </p:sp>
      <p:sp>
        <p:nvSpPr>
          <p:cNvPr id="656" name="Google Shape;656;p58"/>
          <p:cNvSpPr/>
          <p:nvPr/>
        </p:nvSpPr>
        <p:spPr>
          <a:xfrm>
            <a:off x="225998" y="938898"/>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657" name="Google Shape;657;p58"/>
          <p:cNvSpPr/>
          <p:nvPr/>
        </p:nvSpPr>
        <p:spPr>
          <a:xfrm>
            <a:off x="2020523" y="938898"/>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658" name="Google Shape;658;p58"/>
          <p:cNvSpPr/>
          <p:nvPr/>
        </p:nvSpPr>
        <p:spPr>
          <a:xfrm>
            <a:off x="3815048" y="913698"/>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659" name="Google Shape;659;p58"/>
          <p:cNvSpPr/>
          <p:nvPr/>
        </p:nvSpPr>
        <p:spPr>
          <a:xfrm>
            <a:off x="5609573" y="913698"/>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660" name="Google Shape;660;p58"/>
          <p:cNvSpPr/>
          <p:nvPr/>
        </p:nvSpPr>
        <p:spPr>
          <a:xfrm>
            <a:off x="7404098" y="913698"/>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661" name="Google Shape;661;p58"/>
          <p:cNvSpPr txBox="1"/>
          <p:nvPr>
            <p:ph type="title"/>
          </p:nvPr>
        </p:nvSpPr>
        <p:spPr>
          <a:xfrm>
            <a:off x="228600" y="420017"/>
            <a:ext cx="6480300" cy="4617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a:t>Porter’s Five Forces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p59"/>
          <p:cNvSpPr txBox="1"/>
          <p:nvPr>
            <p:ph type="title"/>
          </p:nvPr>
        </p:nvSpPr>
        <p:spPr>
          <a:xfrm>
            <a:off x="3108900" y="599731"/>
            <a:ext cx="5760900" cy="5877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Risks &amp; Mitigants</a:t>
            </a:r>
            <a:endParaRPr/>
          </a:p>
        </p:txBody>
      </p:sp>
      <p:sp>
        <p:nvSpPr>
          <p:cNvPr id="667" name="Google Shape;667;p59"/>
          <p:cNvSpPr txBox="1"/>
          <p:nvPr>
            <p:ph idx="1" type="subTitle"/>
          </p:nvPr>
        </p:nvSpPr>
        <p:spPr>
          <a:xfrm>
            <a:off x="2329800" y="1353775"/>
            <a:ext cx="6585900" cy="302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Risks: </a:t>
            </a:r>
            <a:endParaRPr b="1"/>
          </a:p>
          <a:p>
            <a:pPr indent="-317500" lvl="0" marL="457200" rtl="0" algn="l">
              <a:spcBef>
                <a:spcPts val="0"/>
              </a:spcBef>
              <a:spcAft>
                <a:spcPts val="0"/>
              </a:spcAft>
              <a:buSzPts val="1400"/>
              <a:buChar char="●"/>
            </a:pPr>
            <a:r>
              <a:rPr lang="en"/>
              <a:t>Automotive Production Based on the Economy</a:t>
            </a:r>
            <a:endParaRPr/>
          </a:p>
          <a:p>
            <a:pPr indent="-317500" lvl="0" marL="457200" rtl="0" algn="l">
              <a:spcBef>
                <a:spcPts val="0"/>
              </a:spcBef>
              <a:spcAft>
                <a:spcPts val="0"/>
              </a:spcAft>
              <a:buSzPts val="1400"/>
              <a:buChar char="●"/>
            </a:pPr>
            <a:r>
              <a:rPr lang="en"/>
              <a:t>Automotive Buyers Have Buying Power</a:t>
            </a:r>
            <a:endParaRPr/>
          </a:p>
          <a:p>
            <a:pPr indent="-317500" lvl="0" marL="457200" rtl="0" algn="l">
              <a:spcBef>
                <a:spcPts val="0"/>
              </a:spcBef>
              <a:spcAft>
                <a:spcPts val="0"/>
              </a:spcAft>
              <a:buSzPts val="1400"/>
              <a:buChar char="●"/>
            </a:pPr>
            <a:r>
              <a:rPr lang="en"/>
              <a:t>Disruptions in Supply Chain</a:t>
            </a:r>
            <a:endParaRPr/>
          </a:p>
          <a:p>
            <a:pPr indent="-317500" lvl="0" marL="457200" rtl="0" algn="l">
              <a:spcBef>
                <a:spcPts val="0"/>
              </a:spcBef>
              <a:spcAft>
                <a:spcPts val="0"/>
              </a:spcAft>
              <a:buSzPts val="1400"/>
              <a:buChar char="●"/>
            </a:pPr>
            <a:r>
              <a:rPr lang="en"/>
              <a:t>Falling behind in Tech &amp; Product Defects</a:t>
            </a:r>
            <a:endParaRPr/>
          </a:p>
          <a:p>
            <a:pPr indent="-317500" lvl="0" marL="457200" rtl="0" algn="l">
              <a:spcBef>
                <a:spcPts val="0"/>
              </a:spcBef>
              <a:spcAft>
                <a:spcPts val="0"/>
              </a:spcAft>
              <a:buSzPts val="1400"/>
              <a:buChar char="●"/>
            </a:pPr>
            <a:r>
              <a:rPr lang="en"/>
              <a:t>Trade, Regulation, &amp; Location Issues</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Mitigants:</a:t>
            </a:r>
            <a:endParaRPr b="1"/>
          </a:p>
          <a:p>
            <a:pPr indent="-317500" lvl="0" marL="457200" rtl="0" algn="l">
              <a:spcBef>
                <a:spcPts val="0"/>
              </a:spcBef>
              <a:spcAft>
                <a:spcPts val="0"/>
              </a:spcAft>
              <a:buSzPts val="1400"/>
              <a:buChar char="●"/>
            </a:pPr>
            <a:r>
              <a:rPr lang="en"/>
              <a:t>Large Global Customer Reach, Content per Vehicle increasing, Strong Liquidity</a:t>
            </a:r>
            <a:endParaRPr/>
          </a:p>
          <a:p>
            <a:pPr indent="-317500" lvl="0" marL="457200" rtl="0" algn="l">
              <a:spcBef>
                <a:spcPts val="0"/>
              </a:spcBef>
              <a:spcAft>
                <a:spcPts val="0"/>
              </a:spcAft>
              <a:buSzPts val="1400"/>
              <a:buChar char="●"/>
            </a:pPr>
            <a:r>
              <a:rPr lang="en"/>
              <a:t>Focus on R&amp;D, Long-term contracts, Various OEM Customers</a:t>
            </a:r>
            <a:endParaRPr/>
          </a:p>
          <a:p>
            <a:pPr indent="-317500" lvl="0" marL="457200" rtl="0" algn="l">
              <a:spcBef>
                <a:spcPts val="0"/>
              </a:spcBef>
              <a:spcAft>
                <a:spcPts val="0"/>
              </a:spcAft>
              <a:buSzPts val="1400"/>
              <a:buChar char="●"/>
            </a:pPr>
            <a:r>
              <a:rPr lang="en"/>
              <a:t>More inventory, Long-term Supplier, Global Scale</a:t>
            </a:r>
            <a:endParaRPr/>
          </a:p>
          <a:p>
            <a:pPr indent="-317500" lvl="0" marL="457200" rtl="0" algn="l">
              <a:spcBef>
                <a:spcPts val="0"/>
              </a:spcBef>
              <a:spcAft>
                <a:spcPts val="0"/>
              </a:spcAft>
              <a:buSzPts val="1400"/>
              <a:buChar char="●"/>
            </a:pPr>
            <a:r>
              <a:rPr lang="en"/>
              <a:t>Large Engineer Force, New Partners &amp; Tech, Top Quality, &amp; Rigorous Testing</a:t>
            </a:r>
            <a:endParaRPr/>
          </a:p>
          <a:p>
            <a:pPr indent="-317500" lvl="0" marL="457200" rtl="0" algn="l">
              <a:spcBef>
                <a:spcPts val="0"/>
              </a:spcBef>
              <a:spcAft>
                <a:spcPts val="0"/>
              </a:spcAft>
              <a:buSzPts val="1400"/>
              <a:buChar char="●"/>
            </a:pPr>
            <a:r>
              <a:rPr lang="en"/>
              <a:t>Global Manufacturing Presence,  Localization Strategy, Not Focused in One Country, Strong Compliance to Regulations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sp>
        <p:nvSpPr>
          <p:cNvPr id="672" name="Google Shape;672;p60"/>
          <p:cNvSpPr txBox="1"/>
          <p:nvPr>
            <p:ph idx="1" type="subTitle"/>
          </p:nvPr>
        </p:nvSpPr>
        <p:spPr>
          <a:xfrm>
            <a:off x="3948800" y="2677301"/>
            <a:ext cx="4941000" cy="19299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b="1" lang="en" sz="3800"/>
              <a:t>Hold</a:t>
            </a:r>
            <a:r>
              <a:rPr lang="en" sz="3800"/>
              <a:t> Aptiv</a:t>
            </a:r>
            <a:endParaRPr sz="3800">
              <a:solidFill>
                <a:srgbClr val="FFD966"/>
              </a:solidFill>
            </a:endParaRPr>
          </a:p>
        </p:txBody>
      </p:sp>
      <p:sp>
        <p:nvSpPr>
          <p:cNvPr id="673" name="Google Shape;673;p60"/>
          <p:cNvSpPr txBox="1"/>
          <p:nvPr>
            <p:ph type="title"/>
          </p:nvPr>
        </p:nvSpPr>
        <p:spPr>
          <a:xfrm>
            <a:off x="3948800" y="1956950"/>
            <a:ext cx="4966500" cy="5877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Investment  Thesis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p61"/>
          <p:cNvSpPr txBox="1"/>
          <p:nvPr>
            <p:ph type="title"/>
          </p:nvPr>
        </p:nvSpPr>
        <p:spPr>
          <a:xfrm>
            <a:off x="3108900" y="599731"/>
            <a:ext cx="5760900" cy="5877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Investment Thesis</a:t>
            </a:r>
            <a:endParaRPr/>
          </a:p>
        </p:txBody>
      </p:sp>
      <p:sp>
        <p:nvSpPr>
          <p:cNvPr id="679" name="Google Shape;679;p61"/>
          <p:cNvSpPr txBox="1"/>
          <p:nvPr>
            <p:ph idx="1" type="subTitle"/>
          </p:nvPr>
        </p:nvSpPr>
        <p:spPr>
          <a:xfrm>
            <a:off x="1955775" y="1187425"/>
            <a:ext cx="7136400" cy="3606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a:t>
            </a:r>
            <a:r>
              <a:rPr lang="en" sz="1100">
                <a:latin typeface="Arial"/>
                <a:ea typeface="Arial"/>
                <a:cs typeface="Arial"/>
                <a:sym typeface="Arial"/>
              </a:rPr>
              <a:t>Aptiv holds an important position in the automotive supply chain. Their exposure to electrification, advanced driver assistance systems (ADAS), and connectivity are long-term growth areas. Aptiv is positioned well to benefit as automakers transition toward electric and autonomous vehicles. The company’s valuation multiples are relatively low compared to peers, which could make it attractive if execution improves.</a:t>
            </a:r>
            <a:endParaRPr sz="1100">
              <a:latin typeface="Arial"/>
              <a:ea typeface="Arial"/>
              <a:cs typeface="Arial"/>
              <a:sym typeface="Arial"/>
            </a:endParaRPr>
          </a:p>
          <a:p>
            <a:pPr indent="0" lvl="0" marL="0" rtl="0" algn="l">
              <a:lnSpc>
                <a:spcPct val="115000"/>
              </a:lnSpc>
              <a:spcBef>
                <a:spcPts val="1200"/>
              </a:spcBef>
              <a:spcAft>
                <a:spcPts val="0"/>
              </a:spcAft>
              <a:buNone/>
            </a:pPr>
            <a:r>
              <a:rPr lang="en" sz="1100">
                <a:latin typeface="Arial"/>
                <a:ea typeface="Arial"/>
                <a:cs typeface="Arial"/>
                <a:sym typeface="Arial"/>
              </a:rPr>
              <a:t>Despite its positive outlook, caution is warranted. Aptiv has struggled with profitability, posting recent net losses and record a large goodwill impairment that raises questions about management’s capital allocation. They also carry significant debt and are vulnerable to swings in global auto demand, raw material inflation, and supply chain disruptions. These risks temper the upside potential and explain why the stock trades at a discount.</a:t>
            </a:r>
            <a:endParaRPr sz="1100">
              <a:latin typeface="Arial"/>
              <a:ea typeface="Arial"/>
              <a:cs typeface="Arial"/>
              <a:sym typeface="Arial"/>
            </a:endParaRPr>
          </a:p>
          <a:p>
            <a:pPr indent="12700" lvl="0" marL="0" rtl="0" algn="l">
              <a:lnSpc>
                <a:spcPct val="115000"/>
              </a:lnSpc>
              <a:spcBef>
                <a:spcPts val="1200"/>
              </a:spcBef>
              <a:spcAft>
                <a:spcPts val="0"/>
              </a:spcAft>
              <a:buNone/>
            </a:pPr>
            <a:r>
              <a:rPr lang="en" sz="1100">
                <a:latin typeface="Arial"/>
                <a:ea typeface="Arial"/>
                <a:cs typeface="Arial"/>
                <a:sym typeface="Arial"/>
              </a:rPr>
              <a:t>Taken together, the most balanced position is to </a:t>
            </a:r>
            <a:r>
              <a:rPr b="1" lang="en" sz="1100">
                <a:latin typeface="Arial"/>
                <a:ea typeface="Arial"/>
                <a:cs typeface="Arial"/>
                <a:sym typeface="Arial"/>
              </a:rPr>
              <a:t>hold</a:t>
            </a:r>
            <a:r>
              <a:rPr lang="en" sz="1100">
                <a:latin typeface="Arial"/>
                <a:ea typeface="Arial"/>
                <a:cs typeface="Arial"/>
                <a:sym typeface="Arial"/>
              </a:rPr>
              <a:t> Aptiv. The company has credible exposure to long‑term automotive technology trends, but near‑term execution risks and financial constraints make it premature to buy aggressively. On the other hand, its industry relevance and potential for recovery argue against selling outright. Holding will allow investors to monitor whether Aptiv can stabilize margins and demonstrate consistent profitability before committing further capital.</a:t>
            </a:r>
            <a:endParaRPr sz="1100">
              <a:latin typeface="Arial"/>
              <a:ea typeface="Arial"/>
              <a:cs typeface="Arial"/>
              <a:sym typeface="Arial"/>
            </a:endParaRPr>
          </a:p>
          <a:p>
            <a:pPr indent="0" lvl="0" marL="0" rtl="0" algn="l">
              <a:spcBef>
                <a:spcPts val="1200"/>
              </a:spcBef>
              <a:spcAft>
                <a:spcPts val="0"/>
              </a:spcAft>
              <a:buNone/>
            </a:pPr>
            <a:r>
              <a:t/>
            </a:r>
            <a:endParaRPr sz="1100">
              <a:latin typeface="Arial"/>
              <a:ea typeface="Arial"/>
              <a:cs typeface="Arial"/>
              <a:sym typeface="Arial"/>
            </a:endParaRPr>
          </a:p>
          <a:p>
            <a:pPr indent="0" lvl="0" marL="0" rtl="0" algn="l">
              <a:spcBef>
                <a:spcPts val="0"/>
              </a:spcBef>
              <a:spcAft>
                <a:spcPts val="0"/>
              </a:spcAft>
              <a:buNone/>
            </a:pPr>
            <a:r>
              <a:rPr lang="en" sz="1300"/>
              <a:t> </a:t>
            </a:r>
            <a:endParaRPr sz="1300"/>
          </a:p>
          <a:p>
            <a:pPr indent="0" lvl="0" marL="0" rtl="0" algn="l">
              <a:spcBef>
                <a:spcPts val="0"/>
              </a:spcBef>
              <a:spcAft>
                <a:spcPts val="0"/>
              </a:spcAft>
              <a:buNone/>
            </a:pPr>
            <a:r>
              <a:t/>
            </a:r>
            <a:endParaRPr sz="13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3" name="Shape 683"/>
        <p:cNvGrpSpPr/>
        <p:nvPr/>
      </p:nvGrpSpPr>
      <p:grpSpPr>
        <a:xfrm>
          <a:off x="0" y="0"/>
          <a:ext cx="0" cy="0"/>
          <a:chOff x="0" y="0"/>
          <a:chExt cx="0" cy="0"/>
        </a:xfrm>
      </p:grpSpPr>
      <p:sp>
        <p:nvSpPr>
          <p:cNvPr id="684" name="Google Shape;684;p62"/>
          <p:cNvSpPr txBox="1"/>
          <p:nvPr>
            <p:ph idx="4294967295" type="title"/>
          </p:nvPr>
        </p:nvSpPr>
        <p:spPr>
          <a:xfrm>
            <a:off x="1644600" y="163356"/>
            <a:ext cx="5760900" cy="587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000"/>
              <a:t>Financials</a:t>
            </a:r>
            <a:endParaRPr sz="3000"/>
          </a:p>
        </p:txBody>
      </p:sp>
      <p:pic>
        <p:nvPicPr>
          <p:cNvPr id="685" name="Google Shape;685;p62" title="aptiv_total_revenue_projection.png"/>
          <p:cNvPicPr preferRelativeResize="0"/>
          <p:nvPr/>
        </p:nvPicPr>
        <p:blipFill>
          <a:blip r:embed="rId3">
            <a:alphaModFix/>
          </a:blip>
          <a:stretch>
            <a:fillRect/>
          </a:stretch>
        </p:blipFill>
        <p:spPr>
          <a:xfrm>
            <a:off x="1512899" y="1122225"/>
            <a:ext cx="6316850" cy="37901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9" name="Shape 689"/>
        <p:cNvGrpSpPr/>
        <p:nvPr/>
      </p:nvGrpSpPr>
      <p:grpSpPr>
        <a:xfrm>
          <a:off x="0" y="0"/>
          <a:ext cx="0" cy="0"/>
          <a:chOff x="0" y="0"/>
          <a:chExt cx="0" cy="0"/>
        </a:xfrm>
      </p:grpSpPr>
      <p:pic>
        <p:nvPicPr>
          <p:cNvPr id="690" name="Google Shape;690;p63"/>
          <p:cNvPicPr preferRelativeResize="0"/>
          <p:nvPr/>
        </p:nvPicPr>
        <p:blipFill>
          <a:blip r:embed="rId3">
            <a:alphaModFix/>
          </a:blip>
          <a:stretch>
            <a:fillRect/>
          </a:stretch>
        </p:blipFill>
        <p:spPr>
          <a:xfrm>
            <a:off x="1696625" y="663113"/>
            <a:ext cx="5656849" cy="4381526"/>
          </a:xfrm>
          <a:prstGeom prst="rect">
            <a:avLst/>
          </a:prstGeom>
          <a:noFill/>
          <a:ln>
            <a:noFill/>
          </a:ln>
        </p:spPr>
      </p:pic>
      <p:sp>
        <p:nvSpPr>
          <p:cNvPr id="691" name="Google Shape;691;p63"/>
          <p:cNvSpPr txBox="1"/>
          <p:nvPr>
            <p:ph idx="4294967295" type="title"/>
          </p:nvPr>
        </p:nvSpPr>
        <p:spPr>
          <a:xfrm>
            <a:off x="1644600" y="75431"/>
            <a:ext cx="5760900" cy="587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000"/>
              <a:t>Income Statement</a:t>
            </a:r>
            <a:endParaRPr sz="30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5" name="Shape 695"/>
        <p:cNvGrpSpPr/>
        <p:nvPr/>
      </p:nvGrpSpPr>
      <p:grpSpPr>
        <a:xfrm>
          <a:off x="0" y="0"/>
          <a:ext cx="0" cy="0"/>
          <a:chOff x="0" y="0"/>
          <a:chExt cx="0" cy="0"/>
        </a:xfrm>
      </p:grpSpPr>
      <p:sp>
        <p:nvSpPr>
          <p:cNvPr id="696" name="Google Shape;696;p64"/>
          <p:cNvSpPr txBox="1"/>
          <p:nvPr>
            <p:ph idx="4294967295" type="title"/>
          </p:nvPr>
        </p:nvSpPr>
        <p:spPr>
          <a:xfrm>
            <a:off x="1644600" y="163356"/>
            <a:ext cx="5760900" cy="587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000"/>
              <a:t>Revenue Build</a:t>
            </a:r>
            <a:endParaRPr sz="3000"/>
          </a:p>
        </p:txBody>
      </p:sp>
      <p:pic>
        <p:nvPicPr>
          <p:cNvPr id="697" name="Google Shape;697;p64"/>
          <p:cNvPicPr preferRelativeResize="0"/>
          <p:nvPr/>
        </p:nvPicPr>
        <p:blipFill>
          <a:blip r:embed="rId3">
            <a:alphaModFix/>
          </a:blip>
          <a:stretch>
            <a:fillRect/>
          </a:stretch>
        </p:blipFill>
        <p:spPr>
          <a:xfrm>
            <a:off x="880350" y="851275"/>
            <a:ext cx="7289376" cy="387197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1" name="Shape 701"/>
        <p:cNvGrpSpPr/>
        <p:nvPr/>
      </p:nvGrpSpPr>
      <p:grpSpPr>
        <a:xfrm>
          <a:off x="0" y="0"/>
          <a:ext cx="0" cy="0"/>
          <a:chOff x="0" y="0"/>
          <a:chExt cx="0" cy="0"/>
        </a:xfrm>
      </p:grpSpPr>
      <p:pic>
        <p:nvPicPr>
          <p:cNvPr id="702" name="Google Shape;702;p65" title="Screenshot 2025-11-20 231739.png"/>
          <p:cNvPicPr preferRelativeResize="0"/>
          <p:nvPr/>
        </p:nvPicPr>
        <p:blipFill>
          <a:blip r:embed="rId3">
            <a:alphaModFix/>
          </a:blip>
          <a:stretch>
            <a:fillRect/>
          </a:stretch>
        </p:blipFill>
        <p:spPr>
          <a:xfrm>
            <a:off x="1326700" y="967500"/>
            <a:ext cx="7200051" cy="1851446"/>
          </a:xfrm>
          <a:prstGeom prst="rect">
            <a:avLst/>
          </a:prstGeom>
          <a:noFill/>
          <a:ln>
            <a:noFill/>
          </a:ln>
        </p:spPr>
      </p:pic>
      <p:pic>
        <p:nvPicPr>
          <p:cNvPr id="703" name="Google Shape;703;p65" title="Screenshot 2025-11-20 231759.png"/>
          <p:cNvPicPr preferRelativeResize="0"/>
          <p:nvPr/>
        </p:nvPicPr>
        <p:blipFill>
          <a:blip r:embed="rId4">
            <a:alphaModFix/>
          </a:blip>
          <a:stretch>
            <a:fillRect/>
          </a:stretch>
        </p:blipFill>
        <p:spPr>
          <a:xfrm>
            <a:off x="1326700" y="2938160"/>
            <a:ext cx="7200046" cy="1974165"/>
          </a:xfrm>
          <a:prstGeom prst="rect">
            <a:avLst/>
          </a:prstGeom>
          <a:noFill/>
          <a:ln>
            <a:noFill/>
          </a:ln>
        </p:spPr>
      </p:pic>
      <p:sp>
        <p:nvSpPr>
          <p:cNvPr id="704" name="Google Shape;704;p65"/>
          <p:cNvSpPr txBox="1"/>
          <p:nvPr>
            <p:ph idx="4294967295" type="title"/>
          </p:nvPr>
        </p:nvSpPr>
        <p:spPr>
          <a:xfrm>
            <a:off x="1836600" y="270306"/>
            <a:ext cx="5760900" cy="587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Competitors &amp; Valuation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8" name="Shape 708"/>
        <p:cNvGrpSpPr/>
        <p:nvPr/>
      </p:nvGrpSpPr>
      <p:grpSpPr>
        <a:xfrm>
          <a:off x="0" y="0"/>
          <a:ext cx="0" cy="0"/>
          <a:chOff x="0" y="0"/>
          <a:chExt cx="0" cy="0"/>
        </a:xfrm>
      </p:grpSpPr>
      <p:sp>
        <p:nvSpPr>
          <p:cNvPr id="709" name="Google Shape;709;p66"/>
          <p:cNvSpPr txBox="1"/>
          <p:nvPr>
            <p:ph type="title"/>
          </p:nvPr>
        </p:nvSpPr>
        <p:spPr>
          <a:xfrm>
            <a:off x="2423700" y="2366475"/>
            <a:ext cx="5760900" cy="5877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sz="8000"/>
              <a:t>Thank you!</a:t>
            </a:r>
            <a:endParaRPr sz="80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Investor Pitch Presentation">
  <a:themeElements>
    <a:clrScheme name="Simple Light">
      <a:dk1>
        <a:srgbClr val="1B1B1B"/>
      </a:dk1>
      <a:lt1>
        <a:srgbClr val="FFFFFF"/>
      </a:lt1>
      <a:dk2>
        <a:srgbClr val="85C086"/>
      </a:dk2>
      <a:lt2>
        <a:srgbClr val="D0E1BE"/>
      </a:lt2>
      <a:accent1>
        <a:srgbClr val="85C085"/>
      </a:accent1>
      <a:accent2>
        <a:srgbClr val="50A350"/>
      </a:accent2>
      <a:accent3>
        <a:srgbClr val="3E863C"/>
      </a:accent3>
      <a:accent4>
        <a:srgbClr val="1E691E"/>
      </a:accent4>
      <a:accent5>
        <a:srgbClr val="074907"/>
      </a:accent5>
      <a:accent6>
        <a:srgbClr val="666666"/>
      </a:accent6>
      <a:hlink>
        <a:srgbClr val="FF00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